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6D_9AAAD7F4.xml" ContentType="application/vnd.ms-powerpoint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75" r:id="rId3"/>
  </p:sldMasterIdLst>
  <p:notesMasterIdLst>
    <p:notesMasterId r:id="rId15"/>
  </p:notesMasterIdLst>
  <p:sldIdLst>
    <p:sldId id="258" r:id="rId4"/>
    <p:sldId id="337" r:id="rId5"/>
    <p:sldId id="363" r:id="rId6"/>
    <p:sldId id="367" r:id="rId7"/>
    <p:sldId id="365" r:id="rId8"/>
    <p:sldId id="366" r:id="rId9"/>
    <p:sldId id="369" r:id="rId10"/>
    <p:sldId id="368" r:id="rId11"/>
    <p:sldId id="371" r:id="rId12"/>
    <p:sldId id="370" r:id="rId13"/>
    <p:sldId id="28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1C4FAE4A-B207-4FF2-B6D9-2DA09EA1BC42}">
          <p14:sldIdLst>
            <p14:sldId id="258"/>
            <p14:sldId id="337"/>
            <p14:sldId id="363"/>
            <p14:sldId id="367"/>
            <p14:sldId id="365"/>
            <p14:sldId id="366"/>
            <p14:sldId id="369"/>
            <p14:sldId id="368"/>
            <p14:sldId id="371"/>
            <p14:sldId id="370"/>
            <p14:sldId id="285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3DED50C-E34D-AFFF-D85C-E78EEFDB4F2E}" name="Lucas Mozart" initials="LM" userId="980d2b913cf724f7" providerId="Windows Live"/>
  <p188:author id="{3F85C41C-DF4F-56C1-1D90-EBFF7D5BBAE8}" name="Breno Silva" initials="BS" userId="c065c6085e3e68d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9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CACA1E-9F76-4027-B2C0-28467ED38BBA}" v="1" dt="2026-05-13T15:57:47.500"/>
    <p1510:client id="{7DA51D68-AB35-78DE-740D-0E354BFE4B4D}" v="36" dt="2026-05-12T16:55:55.5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8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ão Paulo Tavares Borges" userId="6e3dadd9cfe3127a" providerId="Windows Live" clId="Web-{CD4F857E-631A-6D08-99E1-5B3ECB10EE28}"/>
    <pc:docChg chg="modSld">
      <pc:chgData name="João Paulo Tavares Borges" userId="6e3dadd9cfe3127a" providerId="Windows Live" clId="Web-{CD4F857E-631A-6D08-99E1-5B3ECB10EE28}" dt="2026-05-07T23:49:27.400" v="310" actId="20577"/>
      <pc:docMkLst>
        <pc:docMk/>
      </pc:docMkLst>
      <pc:sldChg chg="addSp delSp modSp">
        <pc:chgData name="João Paulo Tavares Borges" userId="6e3dadd9cfe3127a" providerId="Windows Live" clId="Web-{CD4F857E-631A-6D08-99E1-5B3ECB10EE28}" dt="2026-05-07T23:49:27.400" v="310" actId="20577"/>
        <pc:sldMkLst>
          <pc:docMk/>
          <pc:sldMk cId="2604354910" sldId="337"/>
        </pc:sldMkLst>
        <pc:spChg chg="mod">
          <ac:chgData name="João Paulo Tavares Borges" userId="6e3dadd9cfe3127a" providerId="Windows Live" clId="Web-{CD4F857E-631A-6D08-99E1-5B3ECB10EE28}" dt="2026-05-07T23:42:47.352" v="162" actId="1076"/>
          <ac:spMkLst>
            <pc:docMk/>
            <pc:sldMk cId="2604354910" sldId="337"/>
            <ac:spMk id="4" creationId="{47D527AD-2B3B-1657-3C09-879A3BB3F91E}"/>
          </ac:spMkLst>
        </pc:spChg>
        <pc:spChg chg="mod">
          <ac:chgData name="João Paulo Tavares Borges" userId="6e3dadd9cfe3127a" providerId="Windows Live" clId="Web-{CD4F857E-631A-6D08-99E1-5B3ECB10EE28}" dt="2026-05-07T23:43:17.727" v="192" actId="1076"/>
          <ac:spMkLst>
            <pc:docMk/>
            <pc:sldMk cId="2604354910" sldId="337"/>
            <ac:spMk id="10" creationId="{51297194-B74D-D546-37BA-22A05FEE7C62}"/>
          </ac:spMkLst>
        </pc:spChg>
        <pc:spChg chg="add mod">
          <ac:chgData name="João Paulo Tavares Borges" userId="6e3dadd9cfe3127a" providerId="Windows Live" clId="Web-{CD4F857E-631A-6D08-99E1-5B3ECB10EE28}" dt="2026-05-07T23:43:28.305" v="204" actId="1076"/>
          <ac:spMkLst>
            <pc:docMk/>
            <pc:sldMk cId="2604354910" sldId="337"/>
            <ac:spMk id="11" creationId="{39683B12-87CC-FF57-C724-886A6C9B3D27}"/>
          </ac:spMkLst>
        </pc:spChg>
        <pc:spChg chg="add mod">
          <ac:chgData name="João Paulo Tavares Borges" userId="6e3dadd9cfe3127a" providerId="Windows Live" clId="Web-{CD4F857E-631A-6D08-99E1-5B3ECB10EE28}" dt="2026-05-07T23:43:28.258" v="200" actId="1076"/>
          <ac:spMkLst>
            <pc:docMk/>
            <pc:sldMk cId="2604354910" sldId="337"/>
            <ac:spMk id="13" creationId="{A4913101-69C4-E5C1-E741-4BAA8CBDF5CF}"/>
          </ac:spMkLst>
        </pc:spChg>
        <pc:spChg chg="add mod">
          <ac:chgData name="João Paulo Tavares Borges" userId="6e3dadd9cfe3127a" providerId="Windows Live" clId="Web-{CD4F857E-631A-6D08-99E1-5B3ECB10EE28}" dt="2026-05-07T23:43:28.290" v="203" actId="1076"/>
          <ac:spMkLst>
            <pc:docMk/>
            <pc:sldMk cId="2604354910" sldId="337"/>
            <ac:spMk id="16" creationId="{AA7EC11F-D11F-E679-5ACC-FF901D0B198B}"/>
          </ac:spMkLst>
        </pc:spChg>
        <pc:spChg chg="mod">
          <ac:chgData name="João Paulo Tavares Borges" userId="6e3dadd9cfe3127a" providerId="Windows Live" clId="Web-{CD4F857E-631A-6D08-99E1-5B3ECB10EE28}" dt="2026-05-07T23:43:17.743" v="193" actId="1076"/>
          <ac:spMkLst>
            <pc:docMk/>
            <pc:sldMk cId="2604354910" sldId="337"/>
            <ac:spMk id="17" creationId="{A12CD2F5-2978-2AA1-9E2D-267B5F312916}"/>
          </ac:spMkLst>
        </pc:spChg>
        <pc:spChg chg="mod">
          <ac:chgData name="João Paulo Tavares Borges" userId="6e3dadd9cfe3127a" providerId="Windows Live" clId="Web-{CD4F857E-631A-6D08-99E1-5B3ECB10EE28}" dt="2026-05-07T23:43:17.743" v="194" actId="1076"/>
          <ac:spMkLst>
            <pc:docMk/>
            <pc:sldMk cId="2604354910" sldId="337"/>
            <ac:spMk id="18" creationId="{8CE8637D-E462-B326-80DE-737F7259B825}"/>
          </ac:spMkLst>
        </pc:spChg>
        <pc:spChg chg="mod">
          <ac:chgData name="João Paulo Tavares Borges" userId="6e3dadd9cfe3127a" providerId="Windows Live" clId="Web-{CD4F857E-631A-6D08-99E1-5B3ECB10EE28}" dt="2026-05-07T23:43:28.227" v="195" actId="1076"/>
          <ac:spMkLst>
            <pc:docMk/>
            <pc:sldMk cId="2604354910" sldId="337"/>
            <ac:spMk id="19" creationId="{70DAE01D-B345-435B-2CB5-2C2A3E43D981}"/>
          </ac:spMkLst>
        </pc:spChg>
        <pc:spChg chg="add mod">
          <ac:chgData name="João Paulo Tavares Borges" userId="6e3dadd9cfe3127a" providerId="Windows Live" clId="Web-{CD4F857E-631A-6D08-99E1-5B3ECB10EE28}" dt="2026-05-07T23:43:28.368" v="211" actId="1076"/>
          <ac:spMkLst>
            <pc:docMk/>
            <pc:sldMk cId="2604354910" sldId="337"/>
            <ac:spMk id="26" creationId="{038523C8-634C-E800-AE97-9B7BEAEE3CC6}"/>
          </ac:spMkLst>
        </pc:spChg>
        <pc:picChg chg="mod">
          <ac:chgData name="João Paulo Tavares Borges" userId="6e3dadd9cfe3127a" providerId="Windows Live" clId="Web-{CD4F857E-631A-6D08-99E1-5B3ECB10EE28}" dt="2026-05-07T23:43:17.712" v="190" actId="1076"/>
          <ac:picMkLst>
            <pc:docMk/>
            <pc:sldMk cId="2604354910" sldId="337"/>
            <ac:picMk id="6" creationId="{FC0B2FC3-CF30-897F-78C4-5D542B2C34E1}"/>
          </ac:picMkLst>
        </pc:picChg>
        <pc:picChg chg="add mod">
          <ac:chgData name="João Paulo Tavares Borges" userId="6e3dadd9cfe3127a" providerId="Windows Live" clId="Web-{CD4F857E-631A-6D08-99E1-5B3ECB10EE28}" dt="2026-05-07T23:44:11.634" v="220" actId="1076"/>
          <ac:picMkLst>
            <pc:docMk/>
            <pc:sldMk cId="2604354910" sldId="337"/>
            <ac:picMk id="22" creationId="{BB4F9467-1D6A-5787-F589-F915C24DBAA5}"/>
          </ac:picMkLst>
        </pc:picChg>
        <pc:cxnChg chg="mod">
          <ac:chgData name="João Paulo Tavares Borges" userId="6e3dadd9cfe3127a" providerId="Windows Live" clId="Web-{CD4F857E-631A-6D08-99E1-5B3ECB10EE28}" dt="2026-05-07T23:43:17.712" v="191" actId="1076"/>
          <ac:cxnSpMkLst>
            <pc:docMk/>
            <pc:sldMk cId="2604354910" sldId="337"/>
            <ac:cxnSpMk id="8" creationId="{9D6CB5D0-95B7-405B-D793-488C389DEA16}"/>
          </ac:cxnSpMkLst>
        </pc:cxnChg>
        <pc:cxnChg chg="add mod">
          <ac:chgData name="João Paulo Tavares Borges" userId="6e3dadd9cfe3127a" providerId="Windows Live" clId="Web-{CD4F857E-631A-6D08-99E1-5B3ECB10EE28}" dt="2026-05-07T23:43:28.352" v="208" actId="1076"/>
          <ac:cxnSpMkLst>
            <pc:docMk/>
            <pc:sldMk cId="2604354910" sldId="337"/>
            <ac:cxnSpMk id="23" creationId="{79CCB25A-EDB7-DFF6-C2F0-4814850F88C1}"/>
          </ac:cxnSpMkLst>
        </pc:cxnChg>
        <pc:cxnChg chg="add mod">
          <ac:chgData name="João Paulo Tavares Borges" userId="6e3dadd9cfe3127a" providerId="Windows Live" clId="Web-{CD4F857E-631A-6D08-99E1-5B3ECB10EE28}" dt="2026-05-07T23:43:45.758" v="214" actId="1076"/>
          <ac:cxnSpMkLst>
            <pc:docMk/>
            <pc:sldMk cId="2604354910" sldId="337"/>
            <ac:cxnSpMk id="24" creationId="{C16BF12F-BFCC-8328-A822-1C9E970FD76B}"/>
          </ac:cxnSpMkLst>
        </pc:cxnChg>
      </pc:sldChg>
    </pc:docChg>
  </pc:docChgLst>
  <pc:docChgLst>
    <pc:chgData name="João Paulo Tavares Borges" userId="6e3dadd9cfe3127a" providerId="Windows Live" clId="Web-{5504D6F2-D8FA-F34A-73F3-D3201EB3EC9B}"/>
    <pc:docChg chg="modSld">
      <pc:chgData name="João Paulo Tavares Borges" userId="6e3dadd9cfe3127a" providerId="Windows Live" clId="Web-{5504D6F2-D8FA-F34A-73F3-D3201EB3EC9B}" dt="2026-05-10T17:49:34.728" v="119" actId="20577"/>
      <pc:docMkLst>
        <pc:docMk/>
      </pc:docMkLst>
      <pc:sldChg chg="modSp">
        <pc:chgData name="João Paulo Tavares Borges" userId="6e3dadd9cfe3127a" providerId="Windows Live" clId="Web-{5504D6F2-D8FA-F34A-73F3-D3201EB3EC9B}" dt="2026-05-10T15:03:53.158" v="8"/>
        <pc:sldMkLst>
          <pc:docMk/>
          <pc:sldMk cId="2604354910" sldId="337"/>
        </pc:sldMkLst>
        <pc:spChg chg="mod">
          <ac:chgData name="João Paulo Tavares Borges" userId="6e3dadd9cfe3127a" providerId="Windows Live" clId="Web-{5504D6F2-D8FA-F34A-73F3-D3201EB3EC9B}" dt="2026-05-10T15:03:49.002" v="7"/>
          <ac:spMkLst>
            <pc:docMk/>
            <pc:sldMk cId="2604354910" sldId="337"/>
            <ac:spMk id="4" creationId="{47D527AD-2B3B-1657-3C09-879A3BB3F91E}"/>
          </ac:spMkLst>
        </pc:spChg>
        <pc:spChg chg="mod">
          <ac:chgData name="João Paulo Tavares Borges" userId="6e3dadd9cfe3127a" providerId="Windows Live" clId="Web-{5504D6F2-D8FA-F34A-73F3-D3201EB3EC9B}" dt="2026-05-10T15:03:53.158" v="8"/>
          <ac:spMkLst>
            <pc:docMk/>
            <pc:sldMk cId="2604354910" sldId="337"/>
            <ac:spMk id="19" creationId="{70DAE01D-B345-435B-2CB5-2C2A3E43D981}"/>
          </ac:spMkLst>
        </pc:spChg>
      </pc:sldChg>
      <pc:sldChg chg="modSp">
        <pc:chgData name="João Paulo Tavares Borges" userId="6e3dadd9cfe3127a" providerId="Windows Live" clId="Web-{5504D6F2-D8FA-F34A-73F3-D3201EB3EC9B}" dt="2026-05-10T15:04:37.082" v="9"/>
        <pc:sldMkLst>
          <pc:docMk/>
          <pc:sldMk cId="1715188146" sldId="363"/>
        </pc:sldMkLst>
        <pc:spChg chg="mod">
          <ac:chgData name="João Paulo Tavares Borges" userId="6e3dadd9cfe3127a" providerId="Windows Live" clId="Web-{5504D6F2-D8FA-F34A-73F3-D3201EB3EC9B}" dt="2026-05-10T15:04:37.082" v="9"/>
          <ac:spMkLst>
            <pc:docMk/>
            <pc:sldMk cId="1715188146" sldId="363"/>
            <ac:spMk id="12" creationId="{25E8A02C-1657-22B2-7DF2-A9C8C566B434}"/>
          </ac:spMkLst>
        </pc:spChg>
      </pc:sldChg>
      <pc:sldChg chg="modSp">
        <pc:chgData name="João Paulo Tavares Borges" userId="6e3dadd9cfe3127a" providerId="Windows Live" clId="Web-{5504D6F2-D8FA-F34A-73F3-D3201EB3EC9B}" dt="2026-05-10T14:22:45.783" v="3" actId="1076"/>
        <pc:sldMkLst>
          <pc:docMk/>
          <pc:sldMk cId="2594887668" sldId="365"/>
        </pc:sldMkLst>
      </pc:sldChg>
      <pc:sldChg chg="addSp delSp modSp">
        <pc:chgData name="João Paulo Tavares Borges" userId="6e3dadd9cfe3127a" providerId="Windows Live" clId="Web-{5504D6F2-D8FA-F34A-73F3-D3201EB3EC9B}" dt="2026-05-10T17:49:34.728" v="119" actId="20577"/>
        <pc:sldMkLst>
          <pc:docMk/>
          <pc:sldMk cId="1747681234" sldId="366"/>
        </pc:sldMkLst>
        <pc:spChg chg="add mod">
          <ac:chgData name="João Paulo Tavares Borges" userId="6e3dadd9cfe3127a" providerId="Windows Live" clId="Web-{5504D6F2-D8FA-F34A-73F3-D3201EB3EC9B}" dt="2026-05-10T17:49:34.728" v="119" actId="20577"/>
          <ac:spMkLst>
            <pc:docMk/>
            <pc:sldMk cId="1747681234" sldId="366"/>
            <ac:spMk id="4" creationId="{5FA1ACDF-277D-58EB-EA56-AEC83EA7441B}"/>
          </ac:spMkLst>
        </pc:spChg>
        <pc:spChg chg="add mod">
          <ac:chgData name="João Paulo Tavares Borges" userId="6e3dadd9cfe3127a" providerId="Windows Live" clId="Web-{5504D6F2-D8FA-F34A-73F3-D3201EB3EC9B}" dt="2026-05-10T15:22:39.229" v="104" actId="1076"/>
          <ac:spMkLst>
            <pc:docMk/>
            <pc:sldMk cId="1747681234" sldId="366"/>
            <ac:spMk id="5" creationId="{FE3065E6-B6F0-EF90-33FE-35322D8CF30E}"/>
          </ac:spMkLst>
        </pc:spChg>
        <pc:spChg chg="add mod">
          <ac:chgData name="João Paulo Tavares Borges" userId="6e3dadd9cfe3127a" providerId="Windows Live" clId="Web-{5504D6F2-D8FA-F34A-73F3-D3201EB3EC9B}" dt="2026-05-10T15:22:39.229" v="105" actId="1076"/>
          <ac:spMkLst>
            <pc:docMk/>
            <pc:sldMk cId="1747681234" sldId="366"/>
            <ac:spMk id="7" creationId="{B4EFA997-C13E-1D97-FE6B-E2434C0E19A8}"/>
          </ac:spMkLst>
        </pc:spChg>
        <pc:spChg chg="add mod">
          <ac:chgData name="João Paulo Tavares Borges" userId="6e3dadd9cfe3127a" providerId="Windows Live" clId="Web-{5504D6F2-D8FA-F34A-73F3-D3201EB3EC9B}" dt="2026-05-10T15:22:39.229" v="106" actId="1076"/>
          <ac:spMkLst>
            <pc:docMk/>
            <pc:sldMk cId="1747681234" sldId="366"/>
            <ac:spMk id="10" creationId="{2C8E8736-C4E7-3079-9FF8-68F5BBA43DB3}"/>
          </ac:spMkLst>
        </pc:spChg>
        <pc:spChg chg="add mod">
          <ac:chgData name="João Paulo Tavares Borges" userId="6e3dadd9cfe3127a" providerId="Windows Live" clId="Web-{5504D6F2-D8FA-F34A-73F3-D3201EB3EC9B}" dt="2026-05-10T15:22:39.244" v="107" actId="1076"/>
          <ac:spMkLst>
            <pc:docMk/>
            <pc:sldMk cId="1747681234" sldId="366"/>
            <ac:spMk id="12" creationId="{9AC85CDC-A42D-5A31-A1E3-B0B24D9479C1}"/>
          </ac:spMkLst>
        </pc:spChg>
        <pc:spChg chg="add mod">
          <ac:chgData name="João Paulo Tavares Borges" userId="6e3dadd9cfe3127a" providerId="Windows Live" clId="Web-{5504D6F2-D8FA-F34A-73F3-D3201EB3EC9B}" dt="2026-05-10T15:22:28.212" v="97" actId="1076"/>
          <ac:spMkLst>
            <pc:docMk/>
            <pc:sldMk cId="1747681234" sldId="366"/>
            <ac:spMk id="16" creationId="{ABA60141-58CA-8D7F-1F83-1A4FBE58AAAC}"/>
          </ac:spMkLst>
        </pc:spChg>
        <pc:picChg chg="add mod">
          <ac:chgData name="João Paulo Tavares Borges" userId="6e3dadd9cfe3127a" providerId="Windows Live" clId="Web-{5504D6F2-D8FA-F34A-73F3-D3201EB3EC9B}" dt="2026-05-10T15:22:39.229" v="103" actId="1076"/>
          <ac:picMkLst>
            <pc:docMk/>
            <pc:sldMk cId="1747681234" sldId="366"/>
            <ac:picMk id="2" creationId="{6724FB8D-502B-3B0B-164A-83E875BDB4F9}"/>
          </ac:picMkLst>
        </pc:picChg>
      </pc:sldChg>
    </pc:docChg>
  </pc:docChgLst>
  <pc:docChgLst>
    <pc:chgData name="Lucas Mozart" userId="980d2b913cf724f7" providerId="Windows Live" clId="Web-{3974E3EF-1AEB-4781-9567-479BABADF8EA}"/>
    <pc:docChg chg="modSld">
      <pc:chgData name="Lucas Mozart" userId="980d2b913cf724f7" providerId="Windows Live" clId="Web-{3974E3EF-1AEB-4781-9567-479BABADF8EA}" dt="2026-05-04T13:39:07.671" v="3" actId="20577"/>
      <pc:docMkLst>
        <pc:docMk/>
      </pc:docMkLst>
    </pc:docChg>
  </pc:docChgLst>
  <pc:docChgLst>
    <pc:chgData name="Lucas Mozart" userId="980d2b913cf724f7" providerId="Windows Live" clId="Web-{0604E569-7821-404B-BAC5-0082317E82F8}"/>
    <pc:docChg chg="modSld">
      <pc:chgData name="Lucas Mozart" userId="980d2b913cf724f7" providerId="Windows Live" clId="Web-{0604E569-7821-404B-BAC5-0082317E82F8}" dt="2026-04-30T10:27:28.027" v="21" actId="20577"/>
      <pc:docMkLst>
        <pc:docMk/>
      </pc:docMkLst>
    </pc:docChg>
  </pc:docChgLst>
  <pc:docChgLst>
    <pc:chgData name="Breno Silva" userId="c065c6085e3e68de" providerId="LiveId" clId="{E12F296E-1854-4384-B1C9-054B07E5CBF1}"/>
    <pc:docChg chg="undo redo custSel addSld delSld modSld sldOrd addSection delSection modSection">
      <pc:chgData name="Breno Silva" userId="c065c6085e3e68de" providerId="LiveId" clId="{E12F296E-1854-4384-B1C9-054B07E5CBF1}" dt="2026-05-12T16:01:29.910" v="29183" actId="404"/>
      <pc:docMkLst>
        <pc:docMk/>
      </pc:docMkLst>
      <pc:sldChg chg="modSp mod">
        <pc:chgData name="Breno Silva" userId="c065c6085e3e68de" providerId="LiveId" clId="{E12F296E-1854-4384-B1C9-054B07E5CBF1}" dt="2026-05-12T11:45:09.174" v="25799" actId="790"/>
        <pc:sldMkLst>
          <pc:docMk/>
          <pc:sldMk cId="0" sldId="258"/>
        </pc:sldMkLst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0" sldId="258"/>
            <ac:spMk id="35" creationId="{00000000-0000-0000-0000-000000000000}"/>
          </ac:spMkLst>
        </pc:spChg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0" sldId="258"/>
            <ac:spMk id="36" creationId="{00000000-0000-0000-0000-000000000000}"/>
          </ac:spMkLst>
        </pc:spChg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0" sldId="258"/>
            <ac:spMk id="37" creationId="{00000000-0000-0000-0000-000000000000}"/>
          </ac:spMkLst>
        </pc:spChg>
      </pc:sldChg>
      <pc:sldChg chg="modSp mod modNotesTx">
        <pc:chgData name="Breno Silva" userId="c065c6085e3e68de" providerId="LiveId" clId="{E12F296E-1854-4384-B1C9-054B07E5CBF1}" dt="2026-05-12T11:45:09.174" v="25799" actId="790"/>
        <pc:sldMkLst>
          <pc:docMk/>
          <pc:sldMk cId="3793562107" sldId="285"/>
        </pc:sldMkLst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3793562107" sldId="285"/>
            <ac:spMk id="35" creationId="{D75FE424-F512-75C2-3C9B-1E843B5BBCBF}"/>
          </ac:spMkLst>
        </pc:spChg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3793562107" sldId="285"/>
            <ac:spMk id="36" creationId="{6376D4D1-6AA7-5EB6-8A1D-BB2F07FAEFCC}"/>
          </ac:spMkLst>
        </pc:spChg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3793562107" sldId="285"/>
            <ac:spMk id="37" creationId="{BEA730A7-0F15-D559-1EA1-8E4389F4A206}"/>
          </ac:spMkLst>
        </pc:spChg>
      </pc:sldChg>
      <pc:sldChg chg="addSp delSp modSp add mod ord">
        <pc:chgData name="Breno Silva" userId="c065c6085e3e68de" providerId="LiveId" clId="{E12F296E-1854-4384-B1C9-054B07E5CBF1}" dt="2026-05-12T15:47:28.340" v="28895" actId="1036"/>
        <pc:sldMkLst>
          <pc:docMk/>
          <pc:sldMk cId="2604354910" sldId="337"/>
        </pc:sldMkLst>
        <pc:spChg chg="mod">
          <ac:chgData name="Breno Silva" userId="c065c6085e3e68de" providerId="LiveId" clId="{E12F296E-1854-4384-B1C9-054B07E5CBF1}" dt="2026-05-12T15:39:34.820" v="28764" actId="1076"/>
          <ac:spMkLst>
            <pc:docMk/>
            <pc:sldMk cId="2604354910" sldId="337"/>
            <ac:spMk id="2" creationId="{768869E3-310B-F1A3-AE10-20096E8BF51F}"/>
          </ac:spMkLst>
        </pc:spChg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2604354910" sldId="337"/>
            <ac:spMk id="3" creationId="{06A0EFA1-2974-8706-E2B4-9A4432E7F4DD}"/>
          </ac:spMkLst>
        </pc:spChg>
        <pc:spChg chg="mod">
          <ac:chgData name="Breno Silva" userId="c065c6085e3e68de" providerId="LiveId" clId="{E12F296E-1854-4384-B1C9-054B07E5CBF1}" dt="2026-05-12T15:47:28.340" v="28895" actId="1036"/>
          <ac:spMkLst>
            <pc:docMk/>
            <pc:sldMk cId="2604354910" sldId="337"/>
            <ac:spMk id="4" creationId="{47D527AD-2B3B-1657-3C09-879A3BB3F91E}"/>
          </ac:spMkLst>
        </pc:spChg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2604354910" sldId="337"/>
            <ac:spMk id="9" creationId="{7972AD51-A792-D20B-2546-BC7E2EC2084B}"/>
          </ac:spMkLst>
        </pc:spChg>
        <pc:spChg chg="mod topLvl">
          <ac:chgData name="Breno Silva" userId="c065c6085e3e68de" providerId="LiveId" clId="{E12F296E-1854-4384-B1C9-054B07E5CBF1}" dt="2026-05-12T15:47:28.340" v="28895" actId="1036"/>
          <ac:spMkLst>
            <pc:docMk/>
            <pc:sldMk cId="2604354910" sldId="337"/>
            <ac:spMk id="10" creationId="{51297194-B74D-D546-37BA-22A05FEE7C62}"/>
          </ac:spMkLst>
        </pc:spChg>
        <pc:spChg chg="mod">
          <ac:chgData name="Breno Silva" userId="c065c6085e3e68de" providerId="LiveId" clId="{E12F296E-1854-4384-B1C9-054B07E5CBF1}" dt="2026-05-12T15:44:42.233" v="28830" actId="113"/>
          <ac:spMkLst>
            <pc:docMk/>
            <pc:sldMk cId="2604354910" sldId="337"/>
            <ac:spMk id="11" creationId="{39683B12-87CC-FF57-C724-886A6C9B3D27}"/>
          </ac:spMkLst>
        </pc:spChg>
        <pc:spChg chg="mod">
          <ac:chgData name="Breno Silva" userId="c065c6085e3e68de" providerId="LiveId" clId="{E12F296E-1854-4384-B1C9-054B07E5CBF1}" dt="2026-05-12T15:39:34.820" v="28764" actId="1076"/>
          <ac:spMkLst>
            <pc:docMk/>
            <pc:sldMk cId="2604354910" sldId="337"/>
            <ac:spMk id="13" creationId="{A4913101-69C4-E5C1-E741-4BAA8CBDF5CF}"/>
          </ac:spMkLst>
        </pc:spChg>
        <pc:spChg chg="del">
          <ac:chgData name="Breno Silva" userId="c065c6085e3e68de" providerId="LiveId" clId="{E12F296E-1854-4384-B1C9-054B07E5CBF1}" dt="2026-05-12T11:34:34.014" v="25616" actId="478"/>
          <ac:spMkLst>
            <pc:docMk/>
            <pc:sldMk cId="2604354910" sldId="337"/>
            <ac:spMk id="14" creationId="{12005F59-1FBD-A2D8-8736-26F5D0F86357}"/>
          </ac:spMkLst>
        </pc:spChg>
        <pc:spChg chg="mod">
          <ac:chgData name="Breno Silva" userId="c065c6085e3e68de" providerId="LiveId" clId="{E12F296E-1854-4384-B1C9-054B07E5CBF1}" dt="2026-05-12T15:44:26.920" v="28826" actId="113"/>
          <ac:spMkLst>
            <pc:docMk/>
            <pc:sldMk cId="2604354910" sldId="337"/>
            <ac:spMk id="16" creationId="{AA7EC11F-D11F-E679-5ACC-FF901D0B198B}"/>
          </ac:spMkLst>
        </pc:spChg>
        <pc:spChg chg="mod topLvl">
          <ac:chgData name="Breno Silva" userId="c065c6085e3e68de" providerId="LiveId" clId="{E12F296E-1854-4384-B1C9-054B07E5CBF1}" dt="2026-05-12T15:47:28.340" v="28895" actId="1036"/>
          <ac:spMkLst>
            <pc:docMk/>
            <pc:sldMk cId="2604354910" sldId="337"/>
            <ac:spMk id="17" creationId="{A12CD2F5-2978-2AA1-9E2D-267B5F312916}"/>
          </ac:spMkLst>
        </pc:spChg>
        <pc:spChg chg="mod topLvl">
          <ac:chgData name="Breno Silva" userId="c065c6085e3e68de" providerId="LiveId" clId="{E12F296E-1854-4384-B1C9-054B07E5CBF1}" dt="2026-05-12T15:47:28.340" v="28895" actId="1036"/>
          <ac:spMkLst>
            <pc:docMk/>
            <pc:sldMk cId="2604354910" sldId="337"/>
            <ac:spMk id="18" creationId="{8CE8637D-E462-B326-80DE-737F7259B825}"/>
          </ac:spMkLst>
        </pc:spChg>
        <pc:spChg chg="mod">
          <ac:chgData name="Breno Silva" userId="c065c6085e3e68de" providerId="LiveId" clId="{E12F296E-1854-4384-B1C9-054B07E5CBF1}" dt="2026-05-12T15:47:28.340" v="28895" actId="1036"/>
          <ac:spMkLst>
            <pc:docMk/>
            <pc:sldMk cId="2604354910" sldId="337"/>
            <ac:spMk id="19" creationId="{70DAE01D-B345-435B-2CB5-2C2A3E43D981}"/>
          </ac:spMkLst>
        </pc:spChg>
        <pc:spChg chg="add del mod">
          <ac:chgData name="Breno Silva" userId="c065c6085e3e68de" providerId="LiveId" clId="{E12F296E-1854-4384-B1C9-054B07E5CBF1}" dt="2026-05-12T15:39:33.447" v="28763" actId="478"/>
          <ac:spMkLst>
            <pc:docMk/>
            <pc:sldMk cId="2604354910" sldId="337"/>
            <ac:spMk id="20" creationId="{12FD8E16-7CC6-EF00-6D10-46833B3AD975}"/>
          </ac:spMkLst>
        </pc:spChg>
        <pc:spChg chg="mod">
          <ac:chgData name="Breno Silva" userId="c065c6085e3e68de" providerId="LiveId" clId="{E12F296E-1854-4384-B1C9-054B07E5CBF1}" dt="2026-05-12T15:39:34.820" v="28764" actId="1076"/>
          <ac:spMkLst>
            <pc:docMk/>
            <pc:sldMk cId="2604354910" sldId="337"/>
            <ac:spMk id="21" creationId="{A5B99F40-E175-E33B-8732-36468BD7CB61}"/>
          </ac:spMkLst>
        </pc:spChg>
        <pc:spChg chg="del">
          <ac:chgData name="Breno Silva" userId="c065c6085e3e68de" providerId="LiveId" clId="{E12F296E-1854-4384-B1C9-054B07E5CBF1}" dt="2026-05-12T11:34:31.509" v="25615" actId="478"/>
          <ac:spMkLst>
            <pc:docMk/>
            <pc:sldMk cId="2604354910" sldId="337"/>
            <ac:spMk id="25" creationId="{938A15BE-C28A-1188-091D-B175B84CDBDB}"/>
          </ac:spMkLst>
        </pc:spChg>
        <pc:spChg chg="mod">
          <ac:chgData name="Breno Silva" userId="c065c6085e3e68de" providerId="LiveId" clId="{E12F296E-1854-4384-B1C9-054B07E5CBF1}" dt="2026-05-12T15:39:34.820" v="28764" actId="1076"/>
          <ac:spMkLst>
            <pc:docMk/>
            <pc:sldMk cId="2604354910" sldId="337"/>
            <ac:spMk id="26" creationId="{038523C8-634C-E800-AE97-9B7BEAEE3CC6}"/>
          </ac:spMkLst>
        </pc:spChg>
        <pc:spChg chg="add mod">
          <ac:chgData name="Breno Silva" userId="c065c6085e3e68de" providerId="LiveId" clId="{E12F296E-1854-4384-B1C9-054B07E5CBF1}" dt="2026-05-12T15:39:34.820" v="28764" actId="1076"/>
          <ac:spMkLst>
            <pc:docMk/>
            <pc:sldMk cId="2604354910" sldId="337"/>
            <ac:spMk id="27" creationId="{4A265206-1E24-AEDC-CB50-5120A3660886}"/>
          </ac:spMkLst>
        </pc:spChg>
        <pc:spChg chg="mod">
          <ac:chgData name="Breno Silva" userId="c065c6085e3e68de" providerId="LiveId" clId="{E12F296E-1854-4384-B1C9-054B07E5CBF1}" dt="2026-05-12T15:44:44.273" v="28831" actId="113"/>
          <ac:spMkLst>
            <pc:docMk/>
            <pc:sldMk cId="2604354910" sldId="337"/>
            <ac:spMk id="29" creationId="{2EBB0B22-E15E-D461-450D-9269EEBBE150}"/>
          </ac:spMkLst>
        </pc:spChg>
        <pc:spChg chg="mod">
          <ac:chgData name="Breno Silva" userId="c065c6085e3e68de" providerId="LiveId" clId="{E12F296E-1854-4384-B1C9-054B07E5CBF1}" dt="2026-05-12T15:44:46.712" v="28832" actId="113"/>
          <ac:spMkLst>
            <pc:docMk/>
            <pc:sldMk cId="2604354910" sldId="337"/>
            <ac:spMk id="30" creationId="{64F25468-4B28-D6C0-2FB1-DB18459079E5}"/>
          </ac:spMkLst>
        </pc:spChg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2604354910" sldId="337"/>
            <ac:spMk id="98" creationId="{2474B5E3-8068-7AC8-67B0-608FC08FE307}"/>
          </ac:spMkLst>
        </pc:spChg>
        <pc:grpChg chg="add del mod">
          <ac:chgData name="Breno Silva" userId="c065c6085e3e68de" providerId="LiveId" clId="{E12F296E-1854-4384-B1C9-054B07E5CBF1}" dt="2026-05-12T15:41:26.787" v="28793" actId="165"/>
          <ac:grpSpMkLst>
            <pc:docMk/>
            <pc:sldMk cId="2604354910" sldId="337"/>
            <ac:grpSpMk id="5" creationId="{584D2D21-360F-FF5C-1095-A5DAF7BA8F9C}"/>
          </ac:grpSpMkLst>
        </pc:grpChg>
        <pc:grpChg chg="add del mod">
          <ac:chgData name="Breno Silva" userId="c065c6085e3e68de" providerId="LiveId" clId="{E12F296E-1854-4384-B1C9-054B07E5CBF1}" dt="2026-05-12T15:43:06.862" v="28805" actId="165"/>
          <ac:grpSpMkLst>
            <pc:docMk/>
            <pc:sldMk cId="2604354910" sldId="337"/>
            <ac:grpSpMk id="7" creationId="{2CC7E37C-A93D-A613-7E15-761CD8F1D791}"/>
          </ac:grpSpMkLst>
        </pc:grpChg>
        <pc:grpChg chg="add del mod">
          <ac:chgData name="Breno Silva" userId="c065c6085e3e68de" providerId="LiveId" clId="{E12F296E-1854-4384-B1C9-054B07E5CBF1}" dt="2026-05-12T15:43:45.385" v="28815" actId="165"/>
          <ac:grpSpMkLst>
            <pc:docMk/>
            <pc:sldMk cId="2604354910" sldId="337"/>
            <ac:grpSpMk id="12" creationId="{E7B40300-2068-A667-5FA7-99B92D69DF95}"/>
          </ac:grpSpMkLst>
        </pc:grpChg>
        <pc:picChg chg="del">
          <ac:chgData name="Breno Silva" userId="c065c6085e3e68de" providerId="LiveId" clId="{E12F296E-1854-4384-B1C9-054B07E5CBF1}" dt="2026-05-12T11:31:53.620" v="25550" actId="478"/>
          <ac:picMkLst>
            <pc:docMk/>
            <pc:sldMk cId="2604354910" sldId="337"/>
            <ac:picMk id="5" creationId="{31731A74-8E59-7968-38E4-F2804A72A9C2}"/>
          </ac:picMkLst>
        </pc:picChg>
        <pc:picChg chg="mod topLvl">
          <ac:chgData name="Breno Silva" userId="c065c6085e3e68de" providerId="LiveId" clId="{E12F296E-1854-4384-B1C9-054B07E5CBF1}" dt="2026-05-12T15:47:28.340" v="28895" actId="1036"/>
          <ac:picMkLst>
            <pc:docMk/>
            <pc:sldMk cId="2604354910" sldId="337"/>
            <ac:picMk id="6" creationId="{FC0B2FC3-CF30-897F-78C4-5D542B2C34E1}"/>
          </ac:picMkLst>
        </pc:picChg>
        <pc:picChg chg="del">
          <ac:chgData name="Breno Silva" userId="c065c6085e3e68de" providerId="LiveId" clId="{E12F296E-1854-4384-B1C9-054B07E5CBF1}" dt="2026-05-12T11:31:53.620" v="25550" actId="478"/>
          <ac:picMkLst>
            <pc:docMk/>
            <pc:sldMk cId="2604354910" sldId="337"/>
            <ac:picMk id="7" creationId="{180C47BE-6E71-34E9-3D23-03ABFC0223D6}"/>
          </ac:picMkLst>
        </pc:picChg>
        <pc:picChg chg="del">
          <ac:chgData name="Breno Silva" userId="c065c6085e3e68de" providerId="LiveId" clId="{E12F296E-1854-4384-B1C9-054B07E5CBF1}" dt="2026-05-12T11:34:29.712" v="25614" actId="478"/>
          <ac:picMkLst>
            <pc:docMk/>
            <pc:sldMk cId="2604354910" sldId="337"/>
            <ac:picMk id="12" creationId="{8FBBFFC2-83FF-3A95-A5E5-31FC0C80C41D}"/>
          </ac:picMkLst>
        </pc:picChg>
        <pc:picChg chg="mod">
          <ac:chgData name="Breno Silva" userId="c065c6085e3e68de" providerId="LiveId" clId="{E12F296E-1854-4384-B1C9-054B07E5CBF1}" dt="2026-05-12T15:39:34.820" v="28764" actId="1076"/>
          <ac:picMkLst>
            <pc:docMk/>
            <pc:sldMk cId="2604354910" sldId="337"/>
            <ac:picMk id="31" creationId="{561F4C38-4CF7-9298-BEBB-F9C1F39BF955}"/>
          </ac:picMkLst>
        </pc:picChg>
        <pc:cxnChg chg="mod topLvl">
          <ac:chgData name="Breno Silva" userId="c065c6085e3e68de" providerId="LiveId" clId="{E12F296E-1854-4384-B1C9-054B07E5CBF1}" dt="2026-05-12T15:47:28.340" v="28895" actId="1036"/>
          <ac:cxnSpMkLst>
            <pc:docMk/>
            <pc:sldMk cId="2604354910" sldId="337"/>
            <ac:cxnSpMk id="8" creationId="{9D6CB5D0-95B7-405B-D793-488C389DEA16}"/>
          </ac:cxnSpMkLst>
        </pc:cxnChg>
        <pc:cxnChg chg="del mod topLvl">
          <ac:chgData name="Breno Silva" userId="c065c6085e3e68de" providerId="LiveId" clId="{E12F296E-1854-4384-B1C9-054B07E5CBF1}" dt="2026-05-12T15:45:31.528" v="28838" actId="478"/>
          <ac:cxnSpMkLst>
            <pc:docMk/>
            <pc:sldMk cId="2604354910" sldId="337"/>
            <ac:cxnSpMk id="15" creationId="{8E71976E-3084-D09A-25C5-88F7390D919C}"/>
          </ac:cxnSpMkLst>
        </pc:cxnChg>
        <pc:cxnChg chg="mod">
          <ac:chgData name="Breno Silva" userId="c065c6085e3e68de" providerId="LiveId" clId="{E12F296E-1854-4384-B1C9-054B07E5CBF1}" dt="2026-05-12T15:45:19.424" v="28836" actId="14100"/>
          <ac:cxnSpMkLst>
            <pc:docMk/>
            <pc:sldMk cId="2604354910" sldId="337"/>
            <ac:cxnSpMk id="23" creationId="{79CCB25A-EDB7-DFF6-C2F0-4814850F88C1}"/>
          </ac:cxnSpMkLst>
        </pc:cxnChg>
        <pc:cxnChg chg="mod">
          <ac:chgData name="Breno Silva" userId="c065c6085e3e68de" providerId="LiveId" clId="{E12F296E-1854-4384-B1C9-054B07E5CBF1}" dt="2026-05-12T15:45:04.377" v="28834" actId="14100"/>
          <ac:cxnSpMkLst>
            <pc:docMk/>
            <pc:sldMk cId="2604354910" sldId="337"/>
            <ac:cxnSpMk id="24" creationId="{C16BF12F-BFCC-8328-A822-1C9E970FD76B}"/>
          </ac:cxnSpMkLst>
        </pc:cxnChg>
      </pc:sldChg>
      <pc:sldChg chg="addSp delSp modSp mod">
        <pc:chgData name="Breno Silva" userId="c065c6085e3e68de" providerId="LiveId" clId="{E12F296E-1854-4384-B1C9-054B07E5CBF1}" dt="2026-05-12T15:38:19.715" v="28751" actId="478"/>
        <pc:sldMkLst>
          <pc:docMk/>
          <pc:sldMk cId="1715188146" sldId="363"/>
        </pc:sldMkLst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1715188146" sldId="363"/>
            <ac:spMk id="3" creationId="{B9988FBC-D81D-322D-9861-F6EDB4BAB3F2}"/>
          </ac:spMkLst>
        </pc:spChg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1715188146" sldId="363"/>
            <ac:spMk id="6" creationId="{3CB1B9B2-99B2-8BD4-6D80-6B145A439012}"/>
          </ac:spMkLst>
        </pc:spChg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1715188146" sldId="363"/>
            <ac:spMk id="7" creationId="{10A49159-730E-DFB8-622A-1193B123874C}"/>
          </ac:spMkLst>
        </pc:spChg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1715188146" sldId="363"/>
            <ac:spMk id="8" creationId="{8747D911-7351-9A63-D334-02BC88520C09}"/>
          </ac:spMkLst>
        </pc:spChg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1715188146" sldId="363"/>
            <ac:spMk id="9" creationId="{7C12A9E6-C74C-1474-C126-11E28B8963D8}"/>
          </ac:spMkLst>
        </pc:spChg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1715188146" sldId="363"/>
            <ac:spMk id="10" creationId="{7055E754-6C23-C060-8BF5-7E8FA053B057}"/>
          </ac:spMkLst>
        </pc:spChg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1715188146" sldId="363"/>
            <ac:spMk id="11" creationId="{25F69423-0144-B32A-05BE-5F723250614F}"/>
          </ac:spMkLst>
        </pc:spChg>
        <pc:spChg chg="mod">
          <ac:chgData name="Breno Silva" userId="c065c6085e3e68de" providerId="LiveId" clId="{E12F296E-1854-4384-B1C9-054B07E5CBF1}" dt="2026-05-12T11:46:03.426" v="25822" actId="113"/>
          <ac:spMkLst>
            <pc:docMk/>
            <pc:sldMk cId="1715188146" sldId="363"/>
            <ac:spMk id="12" creationId="{25E8A02C-1657-22B2-7DF2-A9C8C566B434}"/>
          </ac:spMkLst>
        </pc:spChg>
        <pc:spChg chg="del mod">
          <ac:chgData name="Breno Silva" userId="c065c6085e3e68de" providerId="LiveId" clId="{E12F296E-1854-4384-B1C9-054B07E5CBF1}" dt="2026-05-12T15:38:19.715" v="28751" actId="478"/>
          <ac:spMkLst>
            <pc:docMk/>
            <pc:sldMk cId="1715188146" sldId="363"/>
            <ac:spMk id="33" creationId="{F62F7CE5-C011-8154-4F80-48C9545C772D}"/>
          </ac:spMkLst>
        </pc:spChg>
        <pc:spChg chg="mod">
          <ac:chgData name="Breno Silva" userId="c065c6085e3e68de" providerId="LiveId" clId="{E12F296E-1854-4384-B1C9-054B07E5CBF1}" dt="2026-05-12T11:38:23.264" v="25662" actId="1035"/>
          <ac:spMkLst>
            <pc:docMk/>
            <pc:sldMk cId="1715188146" sldId="363"/>
            <ac:spMk id="36" creationId="{EDD96862-FB0B-98B1-5DCB-BB7BA2C52327}"/>
          </ac:spMkLst>
        </pc:spChg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1715188146" sldId="363"/>
            <ac:spMk id="98" creationId="{5521B329-B7EE-66A9-F690-907B4A565725}"/>
          </ac:spMkLst>
        </pc:spChg>
        <pc:picChg chg="add del ord">
          <ac:chgData name="Breno Silva" userId="c065c6085e3e68de" providerId="LiveId" clId="{E12F296E-1854-4384-B1C9-054B07E5CBF1}" dt="2026-05-12T15:38:13.932" v="28750" actId="167"/>
          <ac:picMkLst>
            <pc:docMk/>
            <pc:sldMk cId="1715188146" sldId="363"/>
            <ac:picMk id="21" creationId="{6F1EA921-1BD2-3CBE-39D5-083F364D1634}"/>
          </ac:picMkLst>
        </pc:picChg>
      </pc:sldChg>
      <pc:sldChg chg="modSp del mod">
        <pc:chgData name="Breno Silva" userId="c065c6085e3e68de" providerId="LiveId" clId="{E12F296E-1854-4384-B1C9-054B07E5CBF1}" dt="2026-05-12T12:27:30.112" v="26795" actId="47"/>
        <pc:sldMkLst>
          <pc:docMk/>
          <pc:sldMk cId="2308120174" sldId="364"/>
        </pc:sldMkLst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2308120174" sldId="364"/>
            <ac:spMk id="3" creationId="{B32D876C-46F9-4164-BEBD-FFDE7C23E772}"/>
          </ac:spMkLst>
        </pc:spChg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2308120174" sldId="364"/>
            <ac:spMk id="6" creationId="{DF235483-FC1C-CBC6-F9E2-86B332D0D962}"/>
          </ac:spMkLst>
        </pc:spChg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2308120174" sldId="364"/>
            <ac:spMk id="7" creationId="{CBAEE1C7-BB6D-03F5-88A1-08FEFA26C7DB}"/>
          </ac:spMkLst>
        </pc:spChg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2308120174" sldId="364"/>
            <ac:spMk id="9" creationId="{E27A209E-6908-4C17-F9E2-C9F94F7D87CF}"/>
          </ac:spMkLst>
        </pc:spChg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2308120174" sldId="364"/>
            <ac:spMk id="13" creationId="{72E54BFF-3275-C2D7-0249-2BA326C573C8}"/>
          </ac:spMkLst>
        </pc:spChg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2308120174" sldId="364"/>
            <ac:spMk id="14" creationId="{141A5EBC-DCD6-27D0-B8DA-F84BF4CC1F64}"/>
          </ac:spMkLst>
        </pc:spChg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2308120174" sldId="364"/>
            <ac:spMk id="15" creationId="{BC759274-67E2-7BA8-187E-E5342204C752}"/>
          </ac:spMkLst>
        </pc:spChg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2308120174" sldId="364"/>
            <ac:spMk id="17" creationId="{68716ED1-26BA-D6D5-D91B-B7593A2C2E14}"/>
          </ac:spMkLst>
        </pc:spChg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2308120174" sldId="364"/>
            <ac:spMk id="18" creationId="{62591449-5EED-63E6-5919-5F6DCD799634}"/>
          </ac:spMkLst>
        </pc:spChg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2308120174" sldId="364"/>
            <ac:spMk id="98" creationId="{9AC105DC-6BC3-2484-FC9C-052983A1B486}"/>
          </ac:spMkLst>
        </pc:spChg>
      </pc:sldChg>
      <pc:sldChg chg="addSp delSp modSp mod ord">
        <pc:chgData name="Breno Silva" userId="c065c6085e3e68de" providerId="LiveId" clId="{E12F296E-1854-4384-B1C9-054B07E5CBF1}" dt="2026-05-12T14:23:01.102" v="28671" actId="207"/>
        <pc:sldMkLst>
          <pc:docMk/>
          <pc:sldMk cId="2594887668" sldId="365"/>
        </pc:sldMkLst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2594887668" sldId="365"/>
            <ac:spMk id="3" creationId="{41BDF689-5559-E072-B227-92A92203F959}"/>
          </ac:spMkLst>
        </pc:spChg>
        <pc:spChg chg="add mod">
          <ac:chgData name="Breno Silva" userId="c065c6085e3e68de" providerId="LiveId" clId="{E12F296E-1854-4384-B1C9-054B07E5CBF1}" dt="2026-05-12T11:55:22.506" v="26093" actId="20577"/>
          <ac:spMkLst>
            <pc:docMk/>
            <pc:sldMk cId="2594887668" sldId="365"/>
            <ac:spMk id="7" creationId="{8C508DD8-5289-334C-E41F-7659B5E222D5}"/>
          </ac:spMkLst>
        </pc:spChg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2594887668" sldId="365"/>
            <ac:spMk id="9" creationId="{C01436DF-9D47-50E6-3C43-D60704911DC1}"/>
          </ac:spMkLst>
        </pc:spChg>
        <pc:spChg chg="add mod">
          <ac:chgData name="Breno Silva" userId="c065c6085e3e68de" providerId="LiveId" clId="{E12F296E-1854-4384-B1C9-054B07E5CBF1}" dt="2026-05-12T14:23:01.102" v="28671" actId="207"/>
          <ac:spMkLst>
            <pc:docMk/>
            <pc:sldMk cId="2594887668" sldId="365"/>
            <ac:spMk id="11" creationId="{65E85578-4BEB-8AA8-8194-391DAC2CE064}"/>
          </ac:spMkLst>
        </pc:spChg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2594887668" sldId="365"/>
            <ac:spMk id="98" creationId="{F16F81EB-1CD7-D032-2ED3-14858DAA2760}"/>
          </ac:spMkLst>
        </pc:spChg>
        <pc:grpChg chg="add del mod">
          <ac:chgData name="Breno Silva" userId="c065c6085e3e68de" providerId="LiveId" clId="{E12F296E-1854-4384-B1C9-054B07E5CBF1}" dt="2026-05-12T12:16:06.060" v="26731" actId="165"/>
          <ac:grpSpMkLst>
            <pc:docMk/>
            <pc:sldMk cId="2594887668" sldId="365"/>
            <ac:grpSpMk id="8" creationId="{65746722-99D7-6E3F-9F29-C13071C22409}"/>
          </ac:grpSpMkLst>
        </pc:grpChg>
        <pc:grpChg chg="add mod">
          <ac:chgData name="Breno Silva" userId="c065c6085e3e68de" providerId="LiveId" clId="{E12F296E-1854-4384-B1C9-054B07E5CBF1}" dt="2026-05-12T12:19:59.191" v="26748" actId="1076"/>
          <ac:grpSpMkLst>
            <pc:docMk/>
            <pc:sldMk cId="2594887668" sldId="365"/>
            <ac:grpSpMk id="10" creationId="{483993F0-6B5A-681E-191F-0F91BA692D63}"/>
          </ac:grpSpMkLst>
        </pc:grpChg>
        <pc:picChg chg="mod topLvl">
          <ac:chgData name="Breno Silva" userId="c065c6085e3e68de" providerId="LiveId" clId="{E12F296E-1854-4384-B1C9-054B07E5CBF1}" dt="2026-05-12T12:16:17.436" v="26734" actId="164"/>
          <ac:picMkLst>
            <pc:docMk/>
            <pc:sldMk cId="2594887668" sldId="365"/>
            <ac:picMk id="2" creationId="{7A65B736-5CC2-4912-45E4-4EA8AF8DDFE0}"/>
          </ac:picMkLst>
        </pc:picChg>
        <pc:picChg chg="mod topLvl">
          <ac:chgData name="Breno Silva" userId="c065c6085e3e68de" providerId="LiveId" clId="{E12F296E-1854-4384-B1C9-054B07E5CBF1}" dt="2026-05-12T12:16:17.436" v="26734" actId="164"/>
          <ac:picMkLst>
            <pc:docMk/>
            <pc:sldMk cId="2594887668" sldId="365"/>
            <ac:picMk id="4" creationId="{3A68F09E-A09B-6B25-0DA5-51769917F758}"/>
          </ac:picMkLst>
        </pc:picChg>
        <pc:picChg chg="mod topLvl">
          <ac:chgData name="Breno Silva" userId="c065c6085e3e68de" providerId="LiveId" clId="{E12F296E-1854-4384-B1C9-054B07E5CBF1}" dt="2026-05-12T12:16:17.436" v="26734" actId="164"/>
          <ac:picMkLst>
            <pc:docMk/>
            <pc:sldMk cId="2594887668" sldId="365"/>
            <ac:picMk id="5" creationId="{DADEBC20-45AA-C0EC-265B-239E3D5129D5}"/>
          </ac:picMkLst>
        </pc:picChg>
        <pc:picChg chg="mod topLvl">
          <ac:chgData name="Breno Silva" userId="c065c6085e3e68de" providerId="LiveId" clId="{E12F296E-1854-4384-B1C9-054B07E5CBF1}" dt="2026-05-12T12:16:17.436" v="26734" actId="164"/>
          <ac:picMkLst>
            <pc:docMk/>
            <pc:sldMk cId="2594887668" sldId="365"/>
            <ac:picMk id="6" creationId="{51FE543D-4565-C9FD-BB81-72E5DD309966}"/>
          </ac:picMkLst>
        </pc:picChg>
      </pc:sldChg>
      <pc:sldChg chg="addSp modSp mod">
        <pc:chgData name="Breno Silva" userId="c065c6085e3e68de" providerId="LiveId" clId="{E12F296E-1854-4384-B1C9-054B07E5CBF1}" dt="2026-05-12T16:01:29.910" v="29183" actId="404"/>
        <pc:sldMkLst>
          <pc:docMk/>
          <pc:sldMk cId="1747681234" sldId="366"/>
        </pc:sldMkLst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1747681234" sldId="366"/>
            <ac:spMk id="3" creationId="{365B53F7-9AB4-CF1C-846A-060B33DD219D}"/>
          </ac:spMkLst>
        </pc:spChg>
        <pc:spChg chg="mod">
          <ac:chgData name="Breno Silva" userId="c065c6085e3e68de" providerId="LiveId" clId="{E12F296E-1854-4384-B1C9-054B07E5CBF1}" dt="2026-05-12T16:01:18.223" v="29181" actId="403"/>
          <ac:spMkLst>
            <pc:docMk/>
            <pc:sldMk cId="1747681234" sldId="366"/>
            <ac:spMk id="4" creationId="{5FA1ACDF-277D-58EB-EA56-AEC83EA7441B}"/>
          </ac:spMkLst>
        </pc:spChg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1747681234" sldId="366"/>
            <ac:spMk id="5" creationId="{FE3065E6-B6F0-EF90-33FE-35322D8CF30E}"/>
          </ac:spMkLst>
        </pc:spChg>
        <pc:spChg chg="mod">
          <ac:chgData name="Breno Silva" userId="c065c6085e3e68de" providerId="LiveId" clId="{E12F296E-1854-4384-B1C9-054B07E5CBF1}" dt="2026-05-12T16:01:14.216" v="29180" actId="403"/>
          <ac:spMkLst>
            <pc:docMk/>
            <pc:sldMk cId="1747681234" sldId="366"/>
            <ac:spMk id="6" creationId="{E6AC317F-5E3E-EFDE-52D2-854432DD9E50}"/>
          </ac:spMkLst>
        </pc:spChg>
        <pc:spChg chg="mod">
          <ac:chgData name="Breno Silva" userId="c065c6085e3e68de" providerId="LiveId" clId="{E12F296E-1854-4384-B1C9-054B07E5CBF1}" dt="2026-05-12T15:57:01.616" v="29166" actId="14100"/>
          <ac:spMkLst>
            <pc:docMk/>
            <pc:sldMk cId="1747681234" sldId="366"/>
            <ac:spMk id="7" creationId="{B4EFA997-C13E-1D97-FE6B-E2434C0E19A8}"/>
          </ac:spMkLst>
        </pc:spChg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1747681234" sldId="366"/>
            <ac:spMk id="9" creationId="{30581722-DEBB-B981-ACE9-84E984A32D90}"/>
          </ac:spMkLst>
        </pc:spChg>
        <pc:spChg chg="mod">
          <ac:chgData name="Breno Silva" userId="c065c6085e3e68de" providerId="LiveId" clId="{E12F296E-1854-4384-B1C9-054B07E5CBF1}" dt="2026-05-12T15:56:56.691" v="29164" actId="14100"/>
          <ac:spMkLst>
            <pc:docMk/>
            <pc:sldMk cId="1747681234" sldId="366"/>
            <ac:spMk id="10" creationId="{2C8E8736-C4E7-3079-9FF8-68F5BBA43DB3}"/>
          </ac:spMkLst>
        </pc:spChg>
        <pc:spChg chg="mod">
          <ac:chgData name="Breno Silva" userId="c065c6085e3e68de" providerId="LiveId" clId="{E12F296E-1854-4384-B1C9-054B07E5CBF1}" dt="2026-05-12T15:57:09.922" v="29167" actId="14100"/>
          <ac:spMkLst>
            <pc:docMk/>
            <pc:sldMk cId="1747681234" sldId="366"/>
            <ac:spMk id="12" creationId="{9AC85CDC-A42D-5A31-A1E3-B0B24D9479C1}"/>
          </ac:spMkLst>
        </pc:spChg>
        <pc:spChg chg="mod">
          <ac:chgData name="Breno Silva" userId="c065c6085e3e68de" providerId="LiveId" clId="{E12F296E-1854-4384-B1C9-054B07E5CBF1}" dt="2026-05-12T16:01:29.910" v="29183" actId="404"/>
          <ac:spMkLst>
            <pc:docMk/>
            <pc:sldMk cId="1747681234" sldId="366"/>
            <ac:spMk id="16" creationId="{ABA60141-58CA-8D7F-1F83-1A4FBE58AAAC}"/>
          </ac:spMkLst>
        </pc:spChg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1747681234" sldId="366"/>
            <ac:spMk id="98" creationId="{7D182503-BBF3-9D8F-9E84-9CB850568387}"/>
          </ac:spMkLst>
        </pc:spChg>
        <pc:picChg chg="mod modCrop">
          <ac:chgData name="Breno Silva" userId="c065c6085e3e68de" providerId="LiveId" clId="{E12F296E-1854-4384-B1C9-054B07E5CBF1}" dt="2026-05-12T15:56:35.425" v="29161" actId="14100"/>
          <ac:picMkLst>
            <pc:docMk/>
            <pc:sldMk cId="1747681234" sldId="366"/>
            <ac:picMk id="2" creationId="{6724FB8D-502B-3B0B-164A-83E875BDB4F9}"/>
          </ac:picMkLst>
        </pc:picChg>
        <pc:picChg chg="add mod ord modCrop">
          <ac:chgData name="Breno Silva" userId="c065c6085e3e68de" providerId="LiveId" clId="{E12F296E-1854-4384-B1C9-054B07E5CBF1}" dt="2026-05-12T15:56:24.303" v="29158" actId="1035"/>
          <ac:picMkLst>
            <pc:docMk/>
            <pc:sldMk cId="1747681234" sldId="366"/>
            <ac:picMk id="8" creationId="{D52ED741-6C4C-E718-2405-8989E8C584D4}"/>
          </ac:picMkLst>
        </pc:picChg>
        <pc:picChg chg="add mod modCrop">
          <ac:chgData name="Breno Silva" userId="c065c6085e3e68de" providerId="LiveId" clId="{E12F296E-1854-4384-B1C9-054B07E5CBF1}" dt="2026-05-12T15:56:02.720" v="29115" actId="1076"/>
          <ac:picMkLst>
            <pc:docMk/>
            <pc:sldMk cId="1747681234" sldId="366"/>
            <ac:picMk id="11" creationId="{2CF7E9D3-E5B4-1478-8D7E-DF805909208C}"/>
          </ac:picMkLst>
        </pc:picChg>
      </pc:sldChg>
      <pc:sldChg chg="addSp delSp modSp mod">
        <pc:chgData name="Breno Silva" userId="c065c6085e3e68de" providerId="LiveId" clId="{E12F296E-1854-4384-B1C9-054B07E5CBF1}" dt="2026-05-12T11:52:18.615" v="26061" actId="1076"/>
        <pc:sldMkLst>
          <pc:docMk/>
          <pc:sldMk cId="570633284" sldId="367"/>
        </pc:sldMkLst>
        <pc:spChg chg="mod">
          <ac:chgData name="Breno Silva" userId="c065c6085e3e68de" providerId="LiveId" clId="{E12F296E-1854-4384-B1C9-054B07E5CBF1}" dt="2026-05-12T11:52:10.763" v="26058" actId="20577"/>
          <ac:spMkLst>
            <pc:docMk/>
            <pc:sldMk cId="570633284" sldId="367"/>
            <ac:spMk id="3" creationId="{8B92B9F9-90B0-D98C-6655-F5A2D23A7E08}"/>
          </ac:spMkLst>
        </pc:spChg>
        <pc:spChg chg="add del mod">
          <ac:chgData name="Breno Silva" userId="c065c6085e3e68de" providerId="LiveId" clId="{E12F296E-1854-4384-B1C9-054B07E5CBF1}" dt="2026-05-12T11:52:12.777" v="26060" actId="478"/>
          <ac:spMkLst>
            <pc:docMk/>
            <pc:sldMk cId="570633284" sldId="367"/>
            <ac:spMk id="6" creationId="{8097C62D-C6AA-BD26-AB2D-D18EB9315F58}"/>
          </ac:spMkLst>
        </pc:spChg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570633284" sldId="367"/>
            <ac:spMk id="9" creationId="{533AAEEA-3867-FCEB-078F-F8CC803E17B7}"/>
          </ac:spMkLst>
        </pc:spChg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570633284" sldId="367"/>
            <ac:spMk id="10" creationId="{8BAF2EF4-C351-5F74-FC3F-0B081369C855}"/>
          </ac:spMkLst>
        </pc:spChg>
        <pc:picChg chg="mod">
          <ac:chgData name="Breno Silva" userId="c065c6085e3e68de" providerId="LiveId" clId="{E12F296E-1854-4384-B1C9-054B07E5CBF1}" dt="2026-05-12T11:52:18.615" v="26061" actId="1076"/>
          <ac:picMkLst>
            <pc:docMk/>
            <pc:sldMk cId="570633284" sldId="367"/>
            <ac:picMk id="5" creationId="{66939801-7832-0560-FDBB-4BBDA15FF035}"/>
          </ac:picMkLst>
        </pc:picChg>
        <pc:picChg chg="mod">
          <ac:chgData name="Breno Silva" userId="c065c6085e3e68de" providerId="LiveId" clId="{E12F296E-1854-4384-B1C9-054B07E5CBF1}" dt="2026-05-12T11:52:18.615" v="26061" actId="1076"/>
          <ac:picMkLst>
            <pc:docMk/>
            <pc:sldMk cId="570633284" sldId="367"/>
            <ac:picMk id="11" creationId="{E522E7EA-FD4A-E448-47C8-D17016AA2092}"/>
          </ac:picMkLst>
        </pc:picChg>
      </pc:sldChg>
      <pc:sldChg chg="addSp delSp modSp mod">
        <pc:chgData name="Breno Silva" userId="c065c6085e3e68de" providerId="LiveId" clId="{E12F296E-1854-4384-B1C9-054B07E5CBF1}" dt="2026-05-12T14:13:06.137" v="28319" actId="20577"/>
        <pc:sldMkLst>
          <pc:docMk/>
          <pc:sldMk cId="3631986853" sldId="368"/>
        </pc:sldMkLst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3631986853" sldId="368"/>
            <ac:spMk id="3" creationId="{0C821C98-E599-E9FA-204E-F1D7CB9A498A}"/>
          </ac:spMkLst>
        </pc:spChg>
        <pc:spChg chg="del mod">
          <ac:chgData name="Breno Silva" userId="c065c6085e3e68de" providerId="LiveId" clId="{E12F296E-1854-4384-B1C9-054B07E5CBF1}" dt="2026-05-12T12:09:46.182" v="26495" actId="478"/>
          <ac:spMkLst>
            <pc:docMk/>
            <pc:sldMk cId="3631986853" sldId="368"/>
            <ac:spMk id="5" creationId="{10A75825-D39C-9F3A-5F1E-672B462D26B6}"/>
          </ac:spMkLst>
        </pc:spChg>
        <pc:spChg chg="add mod">
          <ac:chgData name="Breno Silva" userId="c065c6085e3e68de" providerId="LiveId" clId="{E12F296E-1854-4384-B1C9-054B07E5CBF1}" dt="2026-05-12T14:07:49.402" v="28251" actId="1076"/>
          <ac:spMkLst>
            <pc:docMk/>
            <pc:sldMk cId="3631986853" sldId="368"/>
            <ac:spMk id="5" creationId="{21DB6A3E-456F-828E-46A5-6D170056962C}"/>
          </ac:spMkLst>
        </pc:spChg>
        <pc:spChg chg="add mod">
          <ac:chgData name="Breno Silva" userId="c065c6085e3e68de" providerId="LiveId" clId="{E12F296E-1854-4384-B1C9-054B07E5CBF1}" dt="2026-05-12T14:11:33.058" v="28312" actId="1076"/>
          <ac:spMkLst>
            <pc:docMk/>
            <pc:sldMk cId="3631986853" sldId="368"/>
            <ac:spMk id="7" creationId="{47ED257F-FF46-6BCC-CC4B-39806A30C969}"/>
          </ac:spMkLst>
        </pc:spChg>
        <pc:spChg chg="del mod">
          <ac:chgData name="Breno Silva" userId="c065c6085e3e68de" providerId="LiveId" clId="{E12F296E-1854-4384-B1C9-054B07E5CBF1}" dt="2026-05-12T11:58:10.636" v="26094" actId="478"/>
          <ac:spMkLst>
            <pc:docMk/>
            <pc:sldMk cId="3631986853" sldId="368"/>
            <ac:spMk id="8" creationId="{449E8868-42A2-41DB-5568-B5F78201CFEB}"/>
          </ac:spMkLst>
        </pc:spChg>
        <pc:spChg chg="add mod">
          <ac:chgData name="Breno Silva" userId="c065c6085e3e68de" providerId="LiveId" clId="{E12F296E-1854-4384-B1C9-054B07E5CBF1}" dt="2026-05-12T14:09:50.663" v="28310" actId="20577"/>
          <ac:spMkLst>
            <pc:docMk/>
            <pc:sldMk cId="3631986853" sldId="368"/>
            <ac:spMk id="8" creationId="{808B9D60-BACE-BC78-6358-956BAB183DD7}"/>
          </ac:spMkLst>
        </pc:spChg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3631986853" sldId="368"/>
            <ac:spMk id="9" creationId="{DBDDA93E-DD95-A952-B7CD-F4E13CEDF850}"/>
          </ac:spMkLst>
        </pc:spChg>
        <pc:spChg chg="mod">
          <ac:chgData name="Breno Silva" userId="c065c6085e3e68de" providerId="LiveId" clId="{E12F296E-1854-4384-B1C9-054B07E5CBF1}" dt="2026-05-12T14:13:06.137" v="28319" actId="20577"/>
          <ac:spMkLst>
            <pc:docMk/>
            <pc:sldMk cId="3631986853" sldId="368"/>
            <ac:spMk id="12" creationId="{975DF370-7C12-A116-85C0-67688F459449}"/>
          </ac:spMkLst>
        </pc:spChg>
        <pc:spChg chg="del mod">
          <ac:chgData name="Breno Silva" userId="c065c6085e3e68de" providerId="LiveId" clId="{E12F296E-1854-4384-B1C9-054B07E5CBF1}" dt="2026-05-12T12:08:55.560" v="26493"/>
          <ac:spMkLst>
            <pc:docMk/>
            <pc:sldMk cId="3631986853" sldId="368"/>
            <ac:spMk id="14" creationId="{5BC72CE5-B83D-C182-D0E4-C9FA3C28E1D5}"/>
          </ac:spMkLst>
        </pc:spChg>
        <pc:spChg chg="mod">
          <ac:chgData name="Breno Silva" userId="c065c6085e3e68de" providerId="LiveId" clId="{E12F296E-1854-4384-B1C9-054B07E5CBF1}" dt="2026-05-12T12:10:00.420" v="26528" actId="20577"/>
          <ac:spMkLst>
            <pc:docMk/>
            <pc:sldMk cId="3631986853" sldId="368"/>
            <ac:spMk id="98" creationId="{C488FBF3-1160-CF83-C8D4-D8F20EE55746}"/>
          </ac:spMkLst>
        </pc:spChg>
        <pc:picChg chg="mod">
          <ac:chgData name="Breno Silva" userId="c065c6085e3e68de" providerId="LiveId" clId="{E12F296E-1854-4384-B1C9-054B07E5CBF1}" dt="2026-05-12T14:12:16.672" v="28314" actId="14100"/>
          <ac:picMkLst>
            <pc:docMk/>
            <pc:sldMk cId="3631986853" sldId="368"/>
            <ac:picMk id="6" creationId="{B7AB7A7E-3B73-2B64-9BD0-056A1F57F312}"/>
          </ac:picMkLst>
        </pc:picChg>
        <pc:picChg chg="del mod">
          <ac:chgData name="Breno Silva" userId="c065c6085e3e68de" providerId="LiveId" clId="{E12F296E-1854-4384-B1C9-054B07E5CBF1}" dt="2026-05-12T12:08:55.558" v="26491" actId="478"/>
          <ac:picMkLst>
            <pc:docMk/>
            <pc:sldMk cId="3631986853" sldId="368"/>
            <ac:picMk id="10" creationId="{FD420BE6-BF2E-D603-104F-5B25A5F1EEDF}"/>
          </ac:picMkLst>
        </pc:picChg>
      </pc:sldChg>
      <pc:sldChg chg="addSp modSp mod ord">
        <pc:chgData name="Breno Silva" userId="c065c6085e3e68de" providerId="LiveId" clId="{E12F296E-1854-4384-B1C9-054B07E5CBF1}" dt="2026-05-12T14:02:16.759" v="28105" actId="20577"/>
        <pc:sldMkLst>
          <pc:docMk/>
          <pc:sldMk cId="954381595" sldId="369"/>
        </pc:sldMkLst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954381595" sldId="369"/>
            <ac:spMk id="3" creationId="{1E855DA5-E848-6A9C-7C27-0C20931963D6}"/>
          </ac:spMkLst>
        </pc:spChg>
        <pc:spChg chg="add mod">
          <ac:chgData name="Breno Silva" userId="c065c6085e3e68de" providerId="LiveId" clId="{E12F296E-1854-4384-B1C9-054B07E5CBF1}" dt="2026-05-12T12:14:03.399" v="26706" actId="404"/>
          <ac:spMkLst>
            <pc:docMk/>
            <pc:sldMk cId="954381595" sldId="369"/>
            <ac:spMk id="6" creationId="{C6F2840D-A265-537F-45A3-428AB66579ED}"/>
          </ac:spMkLst>
        </pc:spChg>
        <pc:spChg chg="add mod">
          <ac:chgData name="Breno Silva" userId="c065c6085e3e68de" providerId="LiveId" clId="{E12F296E-1854-4384-B1C9-054B07E5CBF1}" dt="2026-05-12T13:58:31.982" v="27998" actId="1076"/>
          <ac:spMkLst>
            <pc:docMk/>
            <pc:sldMk cId="954381595" sldId="369"/>
            <ac:spMk id="8" creationId="{2CCA534B-AE71-EA81-AAB3-398DCEBA23BF}"/>
          </ac:spMkLst>
        </pc:spChg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954381595" sldId="369"/>
            <ac:spMk id="9" creationId="{F0A7A5C5-EC47-BE86-629D-C5E64B1B6A9E}"/>
          </ac:spMkLst>
        </pc:spChg>
        <pc:spChg chg="add mod">
          <ac:chgData name="Breno Silva" userId="c065c6085e3e68de" providerId="LiveId" clId="{E12F296E-1854-4384-B1C9-054B07E5CBF1}" dt="2026-05-12T14:02:16.759" v="28105" actId="20577"/>
          <ac:spMkLst>
            <pc:docMk/>
            <pc:sldMk cId="954381595" sldId="369"/>
            <ac:spMk id="10" creationId="{5F4A1183-F7B2-8828-2198-70C6FBFBC353}"/>
          </ac:spMkLst>
        </pc:spChg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954381595" sldId="369"/>
            <ac:spMk id="98" creationId="{B7DFB6A5-ECEB-A526-3D7F-068AC7A2E421}"/>
          </ac:spMkLst>
        </pc:spChg>
        <pc:grpChg chg="add mod">
          <ac:chgData name="Breno Silva" userId="c065c6085e3e68de" providerId="LiveId" clId="{E12F296E-1854-4384-B1C9-054B07E5CBF1}" dt="2026-05-12T14:01:58.705" v="28101" actId="1076"/>
          <ac:grpSpMkLst>
            <pc:docMk/>
            <pc:sldMk cId="954381595" sldId="369"/>
            <ac:grpSpMk id="7" creationId="{B7EC7F80-E5FC-995A-504B-9B629DEDCA9C}"/>
          </ac:grpSpMkLst>
        </pc:grpChg>
        <pc:picChg chg="mod">
          <ac:chgData name="Breno Silva" userId="c065c6085e3e68de" providerId="LiveId" clId="{E12F296E-1854-4384-B1C9-054B07E5CBF1}" dt="2026-05-12T12:14:15.417" v="26707" actId="164"/>
          <ac:picMkLst>
            <pc:docMk/>
            <pc:sldMk cId="954381595" sldId="369"/>
            <ac:picMk id="2" creationId="{1A8E30AE-9711-6229-B457-11C7EDA926CB}"/>
          </ac:picMkLst>
        </pc:picChg>
        <pc:picChg chg="mod">
          <ac:chgData name="Breno Silva" userId="c065c6085e3e68de" providerId="LiveId" clId="{E12F296E-1854-4384-B1C9-054B07E5CBF1}" dt="2026-05-12T12:14:15.417" v="26707" actId="164"/>
          <ac:picMkLst>
            <pc:docMk/>
            <pc:sldMk cId="954381595" sldId="369"/>
            <ac:picMk id="4" creationId="{2FC095E0-7699-B437-D329-9ABF1500A3FF}"/>
          </ac:picMkLst>
        </pc:picChg>
        <pc:picChg chg="mod">
          <ac:chgData name="Breno Silva" userId="c065c6085e3e68de" providerId="LiveId" clId="{E12F296E-1854-4384-B1C9-054B07E5CBF1}" dt="2026-05-12T13:58:26.037" v="27997" actId="1076"/>
          <ac:picMkLst>
            <pc:docMk/>
            <pc:sldMk cId="954381595" sldId="369"/>
            <ac:picMk id="5" creationId="{119C1097-17F4-C27B-693D-33661929EBC4}"/>
          </ac:picMkLst>
        </pc:picChg>
      </pc:sldChg>
      <pc:sldChg chg="addSp delSp modSp mod">
        <pc:chgData name="Breno Silva" userId="c065c6085e3e68de" providerId="LiveId" clId="{E12F296E-1854-4384-B1C9-054B07E5CBF1}" dt="2026-05-12T14:27:57.707" v="28745" actId="465"/>
        <pc:sldMkLst>
          <pc:docMk/>
          <pc:sldMk cId="2764110297" sldId="370"/>
        </pc:sldMkLst>
        <pc:spChg chg="add del mod">
          <ac:chgData name="Breno Silva" userId="c065c6085e3e68de" providerId="LiveId" clId="{E12F296E-1854-4384-B1C9-054B07E5CBF1}" dt="2026-05-12T13:02:07.095" v="27430" actId="1076"/>
          <ac:spMkLst>
            <pc:docMk/>
            <pc:sldMk cId="2764110297" sldId="370"/>
            <ac:spMk id="2" creationId="{6C378783-B700-EC02-6719-BE67E60C825F}"/>
          </ac:spMkLst>
        </pc:spChg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2764110297" sldId="370"/>
            <ac:spMk id="3" creationId="{E3D042C2-DABF-86C9-1F93-81948097AB51}"/>
          </ac:spMkLst>
        </pc:spChg>
        <pc:spChg chg="add del mod">
          <ac:chgData name="Breno Silva" userId="c065c6085e3e68de" providerId="LiveId" clId="{E12F296E-1854-4384-B1C9-054B07E5CBF1}" dt="2026-05-12T12:40:35.429" v="26919" actId="478"/>
          <ac:spMkLst>
            <pc:docMk/>
            <pc:sldMk cId="2764110297" sldId="370"/>
            <ac:spMk id="4" creationId="{99BB3290-4095-C5E8-3C0A-49C22D5CEF42}"/>
          </ac:spMkLst>
        </pc:spChg>
        <pc:spChg chg="add del mod">
          <ac:chgData name="Breno Silva" userId="c065c6085e3e68de" providerId="LiveId" clId="{E12F296E-1854-4384-B1C9-054B07E5CBF1}" dt="2026-05-12T12:38:47.002" v="26896" actId="478"/>
          <ac:spMkLst>
            <pc:docMk/>
            <pc:sldMk cId="2764110297" sldId="370"/>
            <ac:spMk id="5" creationId="{E10F548F-0942-CF13-CAC8-1596AACA35EB}"/>
          </ac:spMkLst>
        </pc:spChg>
        <pc:spChg chg="add del mod">
          <ac:chgData name="Breno Silva" userId="c065c6085e3e68de" providerId="LiveId" clId="{E12F296E-1854-4384-B1C9-054B07E5CBF1}" dt="2026-05-12T12:38:47.002" v="26896" actId="478"/>
          <ac:spMkLst>
            <pc:docMk/>
            <pc:sldMk cId="2764110297" sldId="370"/>
            <ac:spMk id="6" creationId="{9A47CBDA-9428-24B8-D8EC-2A22E19DDA9F}"/>
          </ac:spMkLst>
        </pc:spChg>
        <pc:spChg chg="add del mod">
          <ac:chgData name="Breno Silva" userId="c065c6085e3e68de" providerId="LiveId" clId="{E12F296E-1854-4384-B1C9-054B07E5CBF1}" dt="2026-05-12T12:40:33.036" v="26918" actId="478"/>
          <ac:spMkLst>
            <pc:docMk/>
            <pc:sldMk cId="2764110297" sldId="370"/>
            <ac:spMk id="7" creationId="{92CDB807-A027-34EF-236A-89DEF35B52EB}"/>
          </ac:spMkLst>
        </pc:spChg>
        <pc:spChg chg="add mod">
          <ac:chgData name="Breno Silva" userId="c065c6085e3e68de" providerId="LiveId" clId="{E12F296E-1854-4384-B1C9-054B07E5CBF1}" dt="2026-05-12T14:27:57.707" v="28745" actId="465"/>
          <ac:spMkLst>
            <pc:docMk/>
            <pc:sldMk cId="2764110297" sldId="370"/>
            <ac:spMk id="8" creationId="{C200EA13-C0E6-303A-1995-7156EB2A5915}"/>
          </ac:spMkLst>
        </pc:spChg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2764110297" sldId="370"/>
            <ac:spMk id="9" creationId="{CF7DA1FC-5ECB-0193-CD38-2781EE7012D8}"/>
          </ac:spMkLst>
        </pc:spChg>
        <pc:spChg chg="add mod">
          <ac:chgData name="Breno Silva" userId="c065c6085e3e68de" providerId="LiveId" clId="{E12F296E-1854-4384-B1C9-054B07E5CBF1}" dt="2026-05-12T14:27:57.707" v="28745" actId="465"/>
          <ac:spMkLst>
            <pc:docMk/>
            <pc:sldMk cId="2764110297" sldId="370"/>
            <ac:spMk id="10" creationId="{39ECF6C0-3785-824B-F740-F65D1C561729}"/>
          </ac:spMkLst>
        </pc:spChg>
        <pc:spChg chg="add mod">
          <ac:chgData name="Breno Silva" userId="c065c6085e3e68de" providerId="LiveId" clId="{E12F296E-1854-4384-B1C9-054B07E5CBF1}" dt="2026-05-12T14:27:57.707" v="28745" actId="465"/>
          <ac:spMkLst>
            <pc:docMk/>
            <pc:sldMk cId="2764110297" sldId="370"/>
            <ac:spMk id="11" creationId="{B44879F8-A804-8A66-9672-ADEA95A42FDA}"/>
          </ac:spMkLst>
        </pc:spChg>
        <pc:spChg chg="add mod">
          <ac:chgData name="Breno Silva" userId="c065c6085e3e68de" providerId="LiveId" clId="{E12F296E-1854-4384-B1C9-054B07E5CBF1}" dt="2026-05-12T13:02:07.095" v="27430" actId="1076"/>
          <ac:spMkLst>
            <pc:docMk/>
            <pc:sldMk cId="2764110297" sldId="370"/>
            <ac:spMk id="12" creationId="{B95CFE10-4BD4-A500-C296-BCB0AA607EE9}"/>
          </ac:spMkLst>
        </pc:spChg>
        <pc:spChg chg="add mod">
          <ac:chgData name="Breno Silva" userId="c065c6085e3e68de" providerId="LiveId" clId="{E12F296E-1854-4384-B1C9-054B07E5CBF1}" dt="2026-05-12T13:54:33.420" v="27692" actId="465"/>
          <ac:spMkLst>
            <pc:docMk/>
            <pc:sldMk cId="2764110297" sldId="370"/>
            <ac:spMk id="13" creationId="{0C63D876-7BCF-CD2A-5F45-829D929D3872}"/>
          </ac:spMkLst>
        </pc:spChg>
        <pc:spChg chg="add mod">
          <ac:chgData name="Breno Silva" userId="c065c6085e3e68de" providerId="LiveId" clId="{E12F296E-1854-4384-B1C9-054B07E5CBF1}" dt="2026-05-12T13:54:38.179" v="27693" actId="1076"/>
          <ac:spMkLst>
            <pc:docMk/>
            <pc:sldMk cId="2764110297" sldId="370"/>
            <ac:spMk id="14" creationId="{313922B5-7002-9262-6B07-1F02446929B7}"/>
          </ac:spMkLst>
        </pc:spChg>
        <pc:spChg chg="add mod">
          <ac:chgData name="Breno Silva" userId="c065c6085e3e68de" providerId="LiveId" clId="{E12F296E-1854-4384-B1C9-054B07E5CBF1}" dt="2026-05-12T13:54:33.420" v="27692" actId="465"/>
          <ac:spMkLst>
            <pc:docMk/>
            <pc:sldMk cId="2764110297" sldId="370"/>
            <ac:spMk id="15" creationId="{6C35F993-6419-7519-4BAD-F3DFFCC3883E}"/>
          </ac:spMkLst>
        </pc:spChg>
        <pc:spChg chg="add mod">
          <ac:chgData name="Breno Silva" userId="c065c6085e3e68de" providerId="LiveId" clId="{E12F296E-1854-4384-B1C9-054B07E5CBF1}" dt="2026-05-12T13:54:33.420" v="27692" actId="465"/>
          <ac:spMkLst>
            <pc:docMk/>
            <pc:sldMk cId="2764110297" sldId="370"/>
            <ac:spMk id="16" creationId="{0D91E2F2-B492-F5DC-729D-F40E8D3FD6B3}"/>
          </ac:spMkLst>
        </pc:spChg>
        <pc:spChg chg="add mod">
          <ac:chgData name="Breno Silva" userId="c065c6085e3e68de" providerId="LiveId" clId="{E12F296E-1854-4384-B1C9-054B07E5CBF1}" dt="2026-05-12T13:54:15.008" v="27690" actId="1076"/>
          <ac:spMkLst>
            <pc:docMk/>
            <pc:sldMk cId="2764110297" sldId="370"/>
            <ac:spMk id="17" creationId="{4D33DFFC-C943-426A-F6F2-F594DD330429}"/>
          </ac:spMkLst>
        </pc:spChg>
        <pc:spChg chg="add mod">
          <ac:chgData name="Breno Silva" userId="c065c6085e3e68de" providerId="LiveId" clId="{E12F296E-1854-4384-B1C9-054B07E5CBF1}" dt="2026-05-12T14:27:41.796" v="28744" actId="20577"/>
          <ac:spMkLst>
            <pc:docMk/>
            <pc:sldMk cId="2764110297" sldId="370"/>
            <ac:spMk id="18" creationId="{AF209EC9-C5EE-892C-C27F-ADDE5647AF89}"/>
          </ac:spMkLst>
        </pc:spChg>
        <pc:spChg chg="add del mod">
          <ac:chgData name="Breno Silva" userId="c065c6085e3e68de" providerId="LiveId" clId="{E12F296E-1854-4384-B1C9-054B07E5CBF1}" dt="2026-05-12T13:46:03.173" v="27537" actId="478"/>
          <ac:spMkLst>
            <pc:docMk/>
            <pc:sldMk cId="2764110297" sldId="370"/>
            <ac:spMk id="20" creationId="{E2A9721F-2C50-C9D4-5BC4-FC368BAD49D2}"/>
          </ac:spMkLst>
        </pc:spChg>
        <pc:spChg chg="add mod">
          <ac:chgData name="Breno Silva" userId="c065c6085e3e68de" providerId="LiveId" clId="{E12F296E-1854-4384-B1C9-054B07E5CBF1}" dt="2026-05-12T13:54:33.420" v="27692" actId="465"/>
          <ac:spMkLst>
            <pc:docMk/>
            <pc:sldMk cId="2764110297" sldId="370"/>
            <ac:spMk id="21" creationId="{C68C65FF-6EDD-D75A-F843-CC2709332895}"/>
          </ac:spMkLst>
        </pc:spChg>
        <pc:spChg chg="add del mod">
          <ac:chgData name="Breno Silva" userId="c065c6085e3e68de" providerId="LiveId" clId="{E12F296E-1854-4384-B1C9-054B07E5CBF1}" dt="2026-05-12T13:53:53.782" v="27687" actId="478"/>
          <ac:spMkLst>
            <pc:docMk/>
            <pc:sldMk cId="2764110297" sldId="370"/>
            <ac:spMk id="22" creationId="{16ABE24A-1A11-F1B3-DCFC-9740EECE6304}"/>
          </ac:spMkLst>
        </pc:spChg>
        <pc:spChg chg="mod">
          <ac:chgData name="Breno Silva" userId="c065c6085e3e68de" providerId="LiveId" clId="{E12F296E-1854-4384-B1C9-054B07E5CBF1}" dt="2026-05-12T14:26:14.605" v="28681" actId="20577"/>
          <ac:spMkLst>
            <pc:docMk/>
            <pc:sldMk cId="2764110297" sldId="370"/>
            <ac:spMk id="98" creationId="{A1791E73-D9D6-455B-3882-E6FCBFFC2C8A}"/>
          </ac:spMkLst>
        </pc:spChg>
        <pc:cxnChg chg="add del">
          <ac:chgData name="Breno Silva" userId="c065c6085e3e68de" providerId="LiveId" clId="{E12F296E-1854-4384-B1C9-054B07E5CBF1}" dt="2026-05-12T12:26:52.692" v="26794" actId="478"/>
          <ac:cxnSpMkLst>
            <pc:docMk/>
            <pc:sldMk cId="2764110297" sldId="370"/>
            <ac:cxnSpMk id="4" creationId="{72812FBF-BE6B-8BB9-31CB-E2631CDB51D6}"/>
          </ac:cxnSpMkLst>
        </pc:cxnChg>
      </pc:sldChg>
      <pc:sldChg chg="addSp modSp mod">
        <pc:chgData name="Breno Silva" userId="c065c6085e3e68de" providerId="LiveId" clId="{E12F296E-1854-4384-B1C9-054B07E5CBF1}" dt="2026-05-12T14:29:57.850" v="28747" actId="1076"/>
        <pc:sldMkLst>
          <pc:docMk/>
          <pc:sldMk cId="304473618" sldId="371"/>
        </pc:sldMkLst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304473618" sldId="371"/>
            <ac:spMk id="3" creationId="{5DD9DF6D-4E0E-1304-CEAF-6ECAE8BC80E9}"/>
          </ac:spMkLst>
        </pc:spChg>
        <pc:spChg chg="add mod">
          <ac:chgData name="Breno Silva" userId="c065c6085e3e68de" providerId="LiveId" clId="{E12F296E-1854-4384-B1C9-054B07E5CBF1}" dt="2026-05-12T13:52:11.676" v="27646" actId="20577"/>
          <ac:spMkLst>
            <pc:docMk/>
            <pc:sldMk cId="304473618" sldId="371"/>
            <ac:spMk id="4" creationId="{3E091381-B548-1885-69A1-31A77C4BA5F7}"/>
          </ac:spMkLst>
        </pc:spChg>
        <pc:spChg chg="mod">
          <ac:chgData name="Breno Silva" userId="c065c6085e3e68de" providerId="LiveId" clId="{E12F296E-1854-4384-B1C9-054B07E5CBF1}" dt="2026-05-12T11:45:09.174" v="25799" actId="790"/>
          <ac:spMkLst>
            <pc:docMk/>
            <pc:sldMk cId="304473618" sldId="371"/>
            <ac:spMk id="9" creationId="{ADB9F757-651D-4DEF-A52F-E8EA77E1C762}"/>
          </ac:spMkLst>
        </pc:spChg>
        <pc:spChg chg="mod">
          <ac:chgData name="Breno Silva" userId="c065c6085e3e68de" providerId="LiveId" clId="{E12F296E-1854-4384-B1C9-054B07E5CBF1}" dt="2026-05-12T12:10:58.167" v="26548" actId="164"/>
          <ac:spMkLst>
            <pc:docMk/>
            <pc:sldMk cId="304473618" sldId="371"/>
            <ac:spMk id="12" creationId="{C00273D2-8014-B76F-6566-8A62010960C7}"/>
          </ac:spMkLst>
        </pc:spChg>
        <pc:spChg chg="mod">
          <ac:chgData name="Breno Silva" userId="c065c6085e3e68de" providerId="LiveId" clId="{E12F296E-1854-4384-B1C9-054B07E5CBF1}" dt="2026-05-12T12:10:58.167" v="26548" actId="164"/>
          <ac:spMkLst>
            <pc:docMk/>
            <pc:sldMk cId="304473618" sldId="371"/>
            <ac:spMk id="14" creationId="{EC4A4CEE-365C-9629-E97A-B1B5910FE989}"/>
          </ac:spMkLst>
        </pc:spChg>
        <pc:spChg chg="mod">
          <ac:chgData name="Breno Silva" userId="c065c6085e3e68de" providerId="LiveId" clId="{E12F296E-1854-4384-B1C9-054B07E5CBF1}" dt="2026-05-12T14:27:17.782" v="28732" actId="14100"/>
          <ac:spMkLst>
            <pc:docMk/>
            <pc:sldMk cId="304473618" sldId="371"/>
            <ac:spMk id="15" creationId="{AF83DB46-AD2E-CF9B-0A6E-6563D2A19425}"/>
          </ac:spMkLst>
        </pc:spChg>
        <pc:spChg chg="mod">
          <ac:chgData name="Breno Silva" userId="c065c6085e3e68de" providerId="LiveId" clId="{E12F296E-1854-4384-B1C9-054B07E5CBF1}" dt="2026-05-12T12:10:58.167" v="26548" actId="164"/>
          <ac:spMkLst>
            <pc:docMk/>
            <pc:sldMk cId="304473618" sldId="371"/>
            <ac:spMk id="19" creationId="{EBCD1B8F-EE0F-5644-59C3-05C6FFA5E266}"/>
          </ac:spMkLst>
        </pc:spChg>
        <pc:spChg chg="mod">
          <ac:chgData name="Breno Silva" userId="c065c6085e3e68de" providerId="LiveId" clId="{E12F296E-1854-4384-B1C9-054B07E5CBF1}" dt="2026-05-12T12:10:13.102" v="26545" actId="20577"/>
          <ac:spMkLst>
            <pc:docMk/>
            <pc:sldMk cId="304473618" sldId="371"/>
            <ac:spMk id="98" creationId="{014F1EFE-F625-591F-AECE-4E6C407EC7DB}"/>
          </ac:spMkLst>
        </pc:spChg>
        <pc:grpChg chg="add mod">
          <ac:chgData name="Breno Silva" userId="c065c6085e3e68de" providerId="LiveId" clId="{E12F296E-1854-4384-B1C9-054B07E5CBF1}" dt="2026-05-12T12:11:06.501" v="26550" actId="14100"/>
          <ac:grpSpMkLst>
            <pc:docMk/>
            <pc:sldMk cId="304473618" sldId="371"/>
            <ac:grpSpMk id="2" creationId="{1CEB480E-B1C5-0290-DF7D-98F49252932C}"/>
          </ac:grpSpMkLst>
        </pc:grpChg>
        <pc:picChg chg="mod">
          <ac:chgData name="Breno Silva" userId="c065c6085e3e68de" providerId="LiveId" clId="{E12F296E-1854-4384-B1C9-054B07E5CBF1}" dt="2026-05-12T14:27:27.696" v="28735" actId="1076"/>
          <ac:picMkLst>
            <pc:docMk/>
            <pc:sldMk cId="304473618" sldId="371"/>
            <ac:picMk id="7" creationId="{6CA79D22-9577-B2A0-0BDC-68F01E757705}"/>
          </ac:picMkLst>
        </pc:picChg>
        <pc:picChg chg="mod ord">
          <ac:chgData name="Breno Silva" userId="c065c6085e3e68de" providerId="LiveId" clId="{E12F296E-1854-4384-B1C9-054B07E5CBF1}" dt="2026-05-12T12:10:58.167" v="26548" actId="164"/>
          <ac:picMkLst>
            <pc:docMk/>
            <pc:sldMk cId="304473618" sldId="371"/>
            <ac:picMk id="11" creationId="{4B440917-19CC-18CB-9975-15685F5F87BE}"/>
          </ac:picMkLst>
        </pc:picChg>
        <pc:picChg chg="mod">
          <ac:chgData name="Breno Silva" userId="c065c6085e3e68de" providerId="LiveId" clId="{E12F296E-1854-4384-B1C9-054B07E5CBF1}" dt="2026-05-12T12:10:58.167" v="26548" actId="164"/>
          <ac:picMkLst>
            <pc:docMk/>
            <pc:sldMk cId="304473618" sldId="371"/>
            <ac:picMk id="16" creationId="{081995BD-7F90-C40E-3138-51AAB53F5BF8}"/>
          </ac:picMkLst>
        </pc:picChg>
        <pc:picChg chg="mod">
          <ac:chgData name="Breno Silva" userId="c065c6085e3e68de" providerId="LiveId" clId="{E12F296E-1854-4384-B1C9-054B07E5CBF1}" dt="2026-05-12T12:10:58.167" v="26548" actId="164"/>
          <ac:picMkLst>
            <pc:docMk/>
            <pc:sldMk cId="304473618" sldId="371"/>
            <ac:picMk id="17" creationId="{F2BEA9CC-AB27-150A-B301-82E839F09697}"/>
          </ac:picMkLst>
        </pc:picChg>
        <pc:picChg chg="mod">
          <ac:chgData name="Breno Silva" userId="c065c6085e3e68de" providerId="LiveId" clId="{E12F296E-1854-4384-B1C9-054B07E5CBF1}" dt="2026-05-12T12:10:58.167" v="26548" actId="164"/>
          <ac:picMkLst>
            <pc:docMk/>
            <pc:sldMk cId="304473618" sldId="371"/>
            <ac:picMk id="18" creationId="{CEBBEA87-B033-1556-D861-8DB291EAF6EB}"/>
          </ac:picMkLst>
        </pc:picChg>
        <pc:picChg chg="mod">
          <ac:chgData name="Breno Silva" userId="c065c6085e3e68de" providerId="LiveId" clId="{E12F296E-1854-4384-B1C9-054B07E5CBF1}" dt="2026-05-12T14:29:57.850" v="28747" actId="1076"/>
          <ac:picMkLst>
            <pc:docMk/>
            <pc:sldMk cId="304473618" sldId="371"/>
            <ac:picMk id="20" creationId="{1CF239E7-601B-792E-73BE-AD9EE2C64ECF}"/>
          </ac:picMkLst>
        </pc:picChg>
      </pc:sldChg>
      <pc:sldChg chg="new del">
        <pc:chgData name="Breno Silva" userId="c065c6085e3e68de" providerId="LiveId" clId="{E12F296E-1854-4384-B1C9-054B07E5CBF1}" dt="2026-05-12T12:36:05.256" v="26797" actId="47"/>
        <pc:sldMkLst>
          <pc:docMk/>
          <pc:sldMk cId="3257106327" sldId="372"/>
        </pc:sldMkLst>
      </pc:sldChg>
    </pc:docChg>
  </pc:docChgLst>
  <pc:docChgLst>
    <pc:chgData name="Lucas Mozart" userId="980d2b913cf724f7" providerId="Windows Live" clId="Web-{692B179A-5D3A-44A5-9F60-CAB78A785B4D}"/>
    <pc:docChg chg="addSld delSld modSld sldOrd modSection">
      <pc:chgData name="Lucas Mozart" userId="980d2b913cf724f7" providerId="Windows Live" clId="Web-{692B179A-5D3A-44A5-9F60-CAB78A785B4D}" dt="2026-05-06T15:37:32.314" v="269" actId="1076"/>
      <pc:docMkLst>
        <pc:docMk/>
      </pc:docMkLst>
    </pc:docChg>
  </pc:docChgLst>
  <pc:docChgLst>
    <pc:chgData name="Lucas Mozart" userId="980d2b913cf724f7" providerId="Windows Live" clId="Web-{32E85E82-0856-416A-8E8C-66949A3083D1}"/>
    <pc:docChg chg="mod addSld modSld">
      <pc:chgData name="Lucas Mozart" userId="980d2b913cf724f7" providerId="Windows Live" clId="Web-{32E85E82-0856-416A-8E8C-66949A3083D1}" dt="2026-05-04T19:07:31.532" v="981" actId="20577"/>
      <pc:docMkLst>
        <pc:docMk/>
      </pc:docMkLst>
    </pc:docChg>
  </pc:docChgLst>
  <pc:docChgLst>
    <pc:chgData name="João Paulo Tavares Borges" userId="6e3dadd9cfe3127a" providerId="Windows Live" clId="Web-{7DA51D68-AB35-78DE-740D-0E354BFE4B4D}"/>
    <pc:docChg chg="modSld">
      <pc:chgData name="João Paulo Tavares Borges" userId="6e3dadd9cfe3127a" providerId="Windows Live" clId="Web-{7DA51D68-AB35-78DE-740D-0E354BFE4B4D}" dt="2026-05-12T16:55:55.591" v="33" actId="1076"/>
      <pc:docMkLst>
        <pc:docMk/>
      </pc:docMkLst>
      <pc:sldChg chg="modSp">
        <pc:chgData name="João Paulo Tavares Borges" userId="6e3dadd9cfe3127a" providerId="Windows Live" clId="Web-{7DA51D68-AB35-78DE-740D-0E354BFE4B4D}" dt="2026-05-12T16:55:55.591" v="33" actId="1076"/>
        <pc:sldMkLst>
          <pc:docMk/>
          <pc:sldMk cId="2604354910" sldId="337"/>
        </pc:sldMkLst>
        <pc:spChg chg="mod">
          <ac:chgData name="João Paulo Tavares Borges" userId="6e3dadd9cfe3127a" providerId="Windows Live" clId="Web-{7DA51D68-AB35-78DE-740D-0E354BFE4B4D}" dt="2026-05-12T16:55:55.591" v="33" actId="1076"/>
          <ac:spMkLst>
            <pc:docMk/>
            <pc:sldMk cId="2604354910" sldId="337"/>
            <ac:spMk id="26" creationId="{038523C8-634C-E800-AE97-9B7BEAEE3CC6}"/>
          </ac:spMkLst>
        </pc:spChg>
      </pc:sldChg>
      <pc:sldChg chg="addSp delSp modSp">
        <pc:chgData name="João Paulo Tavares Borges" userId="6e3dadd9cfe3127a" providerId="Windows Live" clId="Web-{7DA51D68-AB35-78DE-740D-0E354BFE4B4D}" dt="2026-05-12T16:55:16.183" v="29" actId="20577"/>
        <pc:sldMkLst>
          <pc:docMk/>
          <pc:sldMk cId="2594887668" sldId="365"/>
        </pc:sldMkLst>
        <pc:spChg chg="mod">
          <ac:chgData name="João Paulo Tavares Borges" userId="6e3dadd9cfe3127a" providerId="Windows Live" clId="Web-{7DA51D68-AB35-78DE-740D-0E354BFE4B4D}" dt="2026-05-12T16:55:16.183" v="29" actId="20577"/>
          <ac:spMkLst>
            <pc:docMk/>
            <pc:sldMk cId="2594887668" sldId="365"/>
            <ac:spMk id="7" creationId="{8C508DD8-5289-334C-E41F-7659B5E222D5}"/>
          </ac:spMkLst>
        </pc:spChg>
        <pc:picChg chg="add mod">
          <ac:chgData name="João Paulo Tavares Borges" userId="6e3dadd9cfe3127a" providerId="Windows Live" clId="Web-{7DA51D68-AB35-78DE-740D-0E354BFE4B4D}" dt="2026-05-12T14:25:28.038" v="21" actId="14100"/>
          <ac:picMkLst>
            <pc:docMk/>
            <pc:sldMk cId="2594887668" sldId="365"/>
            <ac:picMk id="2" creationId="{1ABABC71-AB47-8B13-B8CB-E71885091324}"/>
          </ac:picMkLst>
        </pc:picChg>
        <pc:picChg chg="del">
          <ac:chgData name="João Paulo Tavares Borges" userId="6e3dadd9cfe3127a" providerId="Windows Live" clId="Web-{7DA51D68-AB35-78DE-740D-0E354BFE4B4D}" dt="2026-05-12T14:20:35.991" v="0"/>
          <ac:picMkLst>
            <pc:docMk/>
            <pc:sldMk cId="2594887668" sldId="365"/>
            <ac:picMk id="2" creationId="{7A65B736-5CC2-4912-45E4-4EA8AF8DDFE0}"/>
          </ac:picMkLst>
        </pc:picChg>
        <pc:picChg chg="del">
          <ac:chgData name="João Paulo Tavares Borges" userId="6e3dadd9cfe3127a" providerId="Windows Live" clId="Web-{7DA51D68-AB35-78DE-740D-0E354BFE4B4D}" dt="2026-05-12T14:21:26.476" v="8"/>
          <ac:picMkLst>
            <pc:docMk/>
            <pc:sldMk cId="2594887668" sldId="365"/>
            <ac:picMk id="6" creationId="{51FE543D-4565-C9FD-BB81-72E5DD309966}"/>
          </ac:picMkLst>
        </pc:picChg>
        <pc:picChg chg="add del mod">
          <ac:chgData name="João Paulo Tavares Borges" userId="6e3dadd9cfe3127a" providerId="Windows Live" clId="Web-{7DA51D68-AB35-78DE-740D-0E354BFE4B4D}" dt="2026-05-12T14:23:46.898" v="16" actId="1076"/>
          <ac:picMkLst>
            <pc:docMk/>
            <pc:sldMk cId="2594887668" sldId="365"/>
            <ac:picMk id="8" creationId="{0046E7CB-6D0C-87B2-CA7D-59F6B33E485E}"/>
          </ac:picMkLst>
        </pc:picChg>
      </pc:sldChg>
      <pc:sldChg chg="modSp">
        <pc:chgData name="João Paulo Tavares Borges" userId="6e3dadd9cfe3127a" providerId="Windows Live" clId="Web-{7DA51D68-AB35-78DE-740D-0E354BFE4B4D}" dt="2026-05-12T16:55:26.527" v="32" actId="20577"/>
        <pc:sldMkLst>
          <pc:docMk/>
          <pc:sldMk cId="954381595" sldId="369"/>
        </pc:sldMkLst>
        <pc:spChg chg="mod">
          <ac:chgData name="João Paulo Tavares Borges" userId="6e3dadd9cfe3127a" providerId="Windows Live" clId="Web-{7DA51D68-AB35-78DE-740D-0E354BFE4B4D}" dt="2026-05-12T16:55:26.527" v="32" actId="20577"/>
          <ac:spMkLst>
            <pc:docMk/>
            <pc:sldMk cId="954381595" sldId="369"/>
            <ac:spMk id="6" creationId="{C6F2840D-A265-537F-45A3-428AB66579ED}"/>
          </ac:spMkLst>
        </pc:spChg>
      </pc:sldChg>
    </pc:docChg>
  </pc:docChgLst>
  <pc:docChgLst>
    <pc:chgData name="Breno Silva" userId="c065c6085e3e68de" providerId="LiveId" clId="{E8F1992F-CFD2-402F-B515-5840D04FB101}"/>
    <pc:docChg chg="undo custSel addSld delSld modSld sldOrd modSection">
      <pc:chgData name="Breno Silva" userId="c065c6085e3e68de" providerId="LiveId" clId="{E8F1992F-CFD2-402F-B515-5840D04FB101}" dt="2026-05-13T15:58:25.235" v="2526" actId="207"/>
      <pc:docMkLst>
        <pc:docMk/>
      </pc:docMkLst>
      <pc:sldChg chg="modSp mod">
        <pc:chgData name="Breno Silva" userId="c065c6085e3e68de" providerId="LiveId" clId="{E8F1992F-CFD2-402F-B515-5840D04FB101}" dt="2026-05-08T12:50:58.109" v="1628" actId="790"/>
        <pc:sldMkLst>
          <pc:docMk/>
          <pc:sldMk cId="0" sldId="258"/>
        </pc:sldMkLst>
        <pc:spChg chg="mod">
          <ac:chgData name="Breno Silva" userId="c065c6085e3e68de" providerId="LiveId" clId="{E8F1992F-CFD2-402F-B515-5840D04FB101}" dt="2026-05-08T12:50:58.109" v="1628" actId="790"/>
          <ac:spMkLst>
            <pc:docMk/>
            <pc:sldMk cId="0" sldId="258"/>
            <ac:spMk id="35" creationId="{00000000-0000-0000-0000-000000000000}"/>
          </ac:spMkLst>
        </pc:spChg>
        <pc:spChg chg="mod">
          <ac:chgData name="Breno Silva" userId="c065c6085e3e68de" providerId="LiveId" clId="{E8F1992F-CFD2-402F-B515-5840D04FB101}" dt="2026-05-08T12:50:58.109" v="1628" actId="790"/>
          <ac:spMkLst>
            <pc:docMk/>
            <pc:sldMk cId="0" sldId="258"/>
            <ac:spMk id="36" creationId="{00000000-0000-0000-0000-000000000000}"/>
          </ac:spMkLst>
        </pc:spChg>
        <pc:spChg chg="mod">
          <ac:chgData name="Breno Silva" userId="c065c6085e3e68de" providerId="LiveId" clId="{E8F1992F-CFD2-402F-B515-5840D04FB101}" dt="2026-05-08T12:50:58.109" v="1628" actId="790"/>
          <ac:spMkLst>
            <pc:docMk/>
            <pc:sldMk cId="0" sldId="258"/>
            <ac:spMk id="37" creationId="{00000000-0000-0000-0000-000000000000}"/>
          </ac:spMkLst>
        </pc:spChg>
      </pc:sldChg>
      <pc:sldChg chg="modSp add del mod">
        <pc:chgData name="Breno Silva" userId="c065c6085e3e68de" providerId="LiveId" clId="{E8F1992F-CFD2-402F-B515-5840D04FB101}" dt="2026-05-08T12:50:58.109" v="1628" actId="790"/>
        <pc:sldMkLst>
          <pc:docMk/>
          <pc:sldMk cId="3793562107" sldId="285"/>
        </pc:sldMkLst>
        <pc:spChg chg="mod">
          <ac:chgData name="Breno Silva" userId="c065c6085e3e68de" providerId="LiveId" clId="{E8F1992F-CFD2-402F-B515-5840D04FB101}" dt="2026-05-08T12:50:58.109" v="1628" actId="790"/>
          <ac:spMkLst>
            <pc:docMk/>
            <pc:sldMk cId="3793562107" sldId="285"/>
            <ac:spMk id="35" creationId="{D75FE424-F512-75C2-3C9B-1E843B5BBCBF}"/>
          </ac:spMkLst>
        </pc:spChg>
        <pc:spChg chg="mod">
          <ac:chgData name="Breno Silva" userId="c065c6085e3e68de" providerId="LiveId" clId="{E8F1992F-CFD2-402F-B515-5840D04FB101}" dt="2026-05-08T12:50:58.109" v="1628" actId="790"/>
          <ac:spMkLst>
            <pc:docMk/>
            <pc:sldMk cId="3793562107" sldId="285"/>
            <ac:spMk id="36" creationId="{6376D4D1-6AA7-5EB6-8A1D-BB2F07FAEFCC}"/>
          </ac:spMkLst>
        </pc:spChg>
        <pc:spChg chg="mod">
          <ac:chgData name="Breno Silva" userId="c065c6085e3e68de" providerId="LiveId" clId="{E8F1992F-CFD2-402F-B515-5840D04FB101}" dt="2026-05-08T12:50:58.109" v="1628" actId="790"/>
          <ac:spMkLst>
            <pc:docMk/>
            <pc:sldMk cId="3793562107" sldId="285"/>
            <ac:spMk id="37" creationId="{BEA730A7-0F15-D559-1EA1-8E4389F4A206}"/>
          </ac:spMkLst>
        </pc:spChg>
      </pc:sldChg>
      <pc:sldChg chg="addSp delSp modSp mod">
        <pc:chgData name="Breno Silva" userId="c065c6085e3e68de" providerId="LiveId" clId="{E8F1992F-CFD2-402F-B515-5840D04FB101}" dt="2026-05-08T20:04:26.755" v="2272" actId="20577"/>
        <pc:sldMkLst>
          <pc:docMk/>
          <pc:sldMk cId="2604354910" sldId="337"/>
        </pc:sldMkLst>
        <pc:spChg chg="mod">
          <ac:chgData name="Breno Silva" userId="c065c6085e3e68de" providerId="LiveId" clId="{E8F1992F-CFD2-402F-B515-5840D04FB101}" dt="2026-05-08T12:50:58.109" v="1628" actId="790"/>
          <ac:spMkLst>
            <pc:docMk/>
            <pc:sldMk cId="2604354910" sldId="337"/>
            <ac:spMk id="3" creationId="{06A0EFA1-2974-8706-E2B4-9A4432E7F4DD}"/>
          </ac:spMkLst>
        </pc:spChg>
        <pc:spChg chg="mod">
          <ac:chgData name="Breno Silva" userId="c065c6085e3e68de" providerId="LiveId" clId="{E8F1992F-CFD2-402F-B515-5840D04FB101}" dt="2026-05-08T12:43:49.677" v="1226" actId="404"/>
          <ac:spMkLst>
            <pc:docMk/>
            <pc:sldMk cId="2604354910" sldId="337"/>
            <ac:spMk id="4" creationId="{47D527AD-2B3B-1657-3C09-879A3BB3F91E}"/>
          </ac:spMkLst>
        </pc:spChg>
        <pc:spChg chg="mod">
          <ac:chgData name="Breno Silva" userId="c065c6085e3e68de" providerId="LiveId" clId="{E8F1992F-CFD2-402F-B515-5840D04FB101}" dt="2026-05-08T12:50:58.109" v="1628" actId="790"/>
          <ac:spMkLst>
            <pc:docMk/>
            <pc:sldMk cId="2604354910" sldId="337"/>
            <ac:spMk id="9" creationId="{7972AD51-A792-D20B-2546-BC7E2EC2084B}"/>
          </ac:spMkLst>
        </pc:spChg>
        <pc:spChg chg="mod">
          <ac:chgData name="Breno Silva" userId="c065c6085e3e68de" providerId="LiveId" clId="{E8F1992F-CFD2-402F-B515-5840D04FB101}" dt="2026-05-08T12:50:58.109" v="1628" actId="790"/>
          <ac:spMkLst>
            <pc:docMk/>
            <pc:sldMk cId="2604354910" sldId="337"/>
            <ac:spMk id="10" creationId="{51297194-B74D-D546-37BA-22A05FEE7C62}"/>
          </ac:spMkLst>
        </pc:spChg>
        <pc:spChg chg="mod">
          <ac:chgData name="Breno Silva" userId="c065c6085e3e68de" providerId="LiveId" clId="{E8F1992F-CFD2-402F-B515-5840D04FB101}" dt="2026-05-08T12:50:58.109" v="1628" actId="790"/>
          <ac:spMkLst>
            <pc:docMk/>
            <pc:sldMk cId="2604354910" sldId="337"/>
            <ac:spMk id="11" creationId="{39683B12-87CC-FF57-C724-886A6C9B3D27}"/>
          </ac:spMkLst>
        </pc:spChg>
        <pc:spChg chg="mod">
          <ac:chgData name="Breno Silva" userId="c065c6085e3e68de" providerId="LiveId" clId="{E8F1992F-CFD2-402F-B515-5840D04FB101}" dt="2026-05-08T12:50:58.109" v="1628" actId="790"/>
          <ac:spMkLst>
            <pc:docMk/>
            <pc:sldMk cId="2604354910" sldId="337"/>
            <ac:spMk id="16" creationId="{AA7EC11F-D11F-E679-5ACC-FF901D0B198B}"/>
          </ac:spMkLst>
        </pc:spChg>
        <pc:spChg chg="mod">
          <ac:chgData name="Breno Silva" userId="c065c6085e3e68de" providerId="LiveId" clId="{E8F1992F-CFD2-402F-B515-5840D04FB101}" dt="2026-05-08T12:50:58.109" v="1628" actId="790"/>
          <ac:spMkLst>
            <pc:docMk/>
            <pc:sldMk cId="2604354910" sldId="337"/>
            <ac:spMk id="17" creationId="{A12CD2F5-2978-2AA1-9E2D-267B5F312916}"/>
          </ac:spMkLst>
        </pc:spChg>
        <pc:spChg chg="mod">
          <ac:chgData name="Breno Silva" userId="c065c6085e3e68de" providerId="LiveId" clId="{E8F1992F-CFD2-402F-B515-5840D04FB101}" dt="2026-05-08T12:50:58.109" v="1628" actId="790"/>
          <ac:spMkLst>
            <pc:docMk/>
            <pc:sldMk cId="2604354910" sldId="337"/>
            <ac:spMk id="18" creationId="{8CE8637D-E462-B326-80DE-737F7259B825}"/>
          </ac:spMkLst>
        </pc:spChg>
        <pc:spChg chg="mod">
          <ac:chgData name="Breno Silva" userId="c065c6085e3e68de" providerId="LiveId" clId="{E8F1992F-CFD2-402F-B515-5840D04FB101}" dt="2026-05-08T20:04:26.755" v="2272" actId="20577"/>
          <ac:spMkLst>
            <pc:docMk/>
            <pc:sldMk cId="2604354910" sldId="337"/>
            <ac:spMk id="19" creationId="{70DAE01D-B345-435B-2CB5-2C2A3E43D981}"/>
          </ac:spMkLst>
        </pc:spChg>
        <pc:spChg chg="add mod ord">
          <ac:chgData name="Breno Silva" userId="c065c6085e3e68de" providerId="LiveId" clId="{E8F1992F-CFD2-402F-B515-5840D04FB101}" dt="2026-05-08T20:04:05.510" v="2269" actId="14100"/>
          <ac:spMkLst>
            <pc:docMk/>
            <pc:sldMk cId="2604354910" sldId="337"/>
            <ac:spMk id="21" creationId="{A5B99F40-E175-E33B-8732-36468BD7CB61}"/>
          </ac:spMkLst>
        </pc:spChg>
        <pc:spChg chg="mod">
          <ac:chgData name="Breno Silva" userId="c065c6085e3e68de" providerId="LiveId" clId="{E8F1992F-CFD2-402F-B515-5840D04FB101}" dt="2026-05-08T20:03:54.719" v="2266" actId="14100"/>
          <ac:spMkLst>
            <pc:docMk/>
            <pc:sldMk cId="2604354910" sldId="337"/>
            <ac:spMk id="26" creationId="{038523C8-634C-E800-AE97-9B7BEAEE3CC6}"/>
          </ac:spMkLst>
        </pc:spChg>
        <pc:spChg chg="mod">
          <ac:chgData name="Breno Silva" userId="c065c6085e3e68de" providerId="LiveId" clId="{E8F1992F-CFD2-402F-B515-5840D04FB101}" dt="2026-05-08T12:50:58.109" v="1628" actId="790"/>
          <ac:spMkLst>
            <pc:docMk/>
            <pc:sldMk cId="2604354910" sldId="337"/>
            <ac:spMk id="30" creationId="{64F25468-4B28-D6C0-2FB1-DB18459079E5}"/>
          </ac:spMkLst>
        </pc:spChg>
      </pc:sldChg>
      <pc:sldChg chg="modSp mod">
        <pc:chgData name="Breno Silva" userId="c065c6085e3e68de" providerId="LiveId" clId="{E8F1992F-CFD2-402F-B515-5840D04FB101}" dt="2026-05-13T15:50:11.047" v="2470" actId="1076"/>
        <pc:sldMkLst>
          <pc:docMk/>
          <pc:sldMk cId="1715188146" sldId="363"/>
        </pc:sldMkLst>
        <pc:spChg chg="mod">
          <ac:chgData name="Breno Silva" userId="c065c6085e3e68de" providerId="LiveId" clId="{E8F1992F-CFD2-402F-B515-5840D04FB101}" dt="2026-05-08T12:50:58.109" v="1628" actId="790"/>
          <ac:spMkLst>
            <pc:docMk/>
            <pc:sldMk cId="1715188146" sldId="363"/>
            <ac:spMk id="3" creationId="{B9988FBC-D81D-322D-9861-F6EDB4BAB3F2}"/>
          </ac:spMkLst>
        </pc:spChg>
        <pc:spChg chg="mod">
          <ac:chgData name="Breno Silva" userId="c065c6085e3e68de" providerId="LiveId" clId="{E8F1992F-CFD2-402F-B515-5840D04FB101}" dt="2026-05-08T12:50:58.109" v="1628" actId="790"/>
          <ac:spMkLst>
            <pc:docMk/>
            <pc:sldMk cId="1715188146" sldId="363"/>
            <ac:spMk id="9" creationId="{7C12A9E6-C74C-1474-C126-11E28B8963D8}"/>
          </ac:spMkLst>
        </pc:spChg>
        <pc:spChg chg="mod">
          <ac:chgData name="Breno Silva" userId="c065c6085e3e68de" providerId="LiveId" clId="{E8F1992F-CFD2-402F-B515-5840D04FB101}" dt="2026-05-13T15:50:11.047" v="2470" actId="1076"/>
          <ac:spMkLst>
            <pc:docMk/>
            <pc:sldMk cId="1715188146" sldId="363"/>
            <ac:spMk id="12" creationId="{25E8A02C-1657-22B2-7DF2-A9C8C566B434}"/>
          </ac:spMkLst>
        </pc:spChg>
        <pc:spChg chg="mod">
          <ac:chgData name="Breno Silva" userId="c065c6085e3e68de" providerId="LiveId" clId="{E8F1992F-CFD2-402F-B515-5840D04FB101}" dt="2026-05-08T12:50:58.109" v="1628" actId="790"/>
          <ac:spMkLst>
            <pc:docMk/>
            <pc:sldMk cId="1715188146" sldId="363"/>
            <ac:spMk id="36" creationId="{EDD96862-FB0B-98B1-5DCB-BB7BA2C52327}"/>
          </ac:spMkLst>
        </pc:spChg>
        <pc:spChg chg="mod">
          <ac:chgData name="Breno Silva" userId="c065c6085e3e68de" providerId="LiveId" clId="{E8F1992F-CFD2-402F-B515-5840D04FB101}" dt="2026-05-08T12:50:58.109" v="1628" actId="790"/>
          <ac:spMkLst>
            <pc:docMk/>
            <pc:sldMk cId="1715188146" sldId="363"/>
            <ac:spMk id="37" creationId="{B5A98986-BCD6-B4F3-D8BC-60E2C32AB844}"/>
          </ac:spMkLst>
        </pc:spChg>
        <pc:spChg chg="mod">
          <ac:chgData name="Breno Silva" userId="c065c6085e3e68de" providerId="LiveId" clId="{E8F1992F-CFD2-402F-B515-5840D04FB101}" dt="2026-05-08T12:50:58.109" v="1628" actId="790"/>
          <ac:spMkLst>
            <pc:docMk/>
            <pc:sldMk cId="1715188146" sldId="363"/>
            <ac:spMk id="98" creationId="{5521B329-B7EE-66A9-F690-907B4A565725}"/>
          </ac:spMkLst>
        </pc:spChg>
      </pc:sldChg>
      <pc:sldChg chg="delSp modSp add mod">
        <pc:chgData name="Breno Silva" userId="c065c6085e3e68de" providerId="LiveId" clId="{E8F1992F-CFD2-402F-B515-5840D04FB101}" dt="2026-05-13T15:57:10.249" v="2515" actId="404"/>
        <pc:sldMkLst>
          <pc:docMk/>
          <pc:sldMk cId="2594887668" sldId="365"/>
        </pc:sldMkLst>
        <pc:spChg chg="mod">
          <ac:chgData name="Breno Silva" userId="c065c6085e3e68de" providerId="LiveId" clId="{E8F1992F-CFD2-402F-B515-5840D04FB101}" dt="2026-05-13T15:57:10.249" v="2515" actId="404"/>
          <ac:spMkLst>
            <pc:docMk/>
            <pc:sldMk cId="2594887668" sldId="365"/>
            <ac:spMk id="7" creationId="{8C508DD8-5289-334C-E41F-7659B5E222D5}"/>
          </ac:spMkLst>
        </pc:spChg>
        <pc:spChg chg="mod">
          <ac:chgData name="Breno Silva" userId="c065c6085e3e68de" providerId="LiveId" clId="{E8F1992F-CFD2-402F-B515-5840D04FB101}" dt="2026-05-08T20:09:49.266" v="2337" actId="20577"/>
          <ac:spMkLst>
            <pc:docMk/>
            <pc:sldMk cId="2594887668" sldId="365"/>
            <ac:spMk id="98" creationId="{F16F81EB-1CD7-D032-2ED3-14858DAA2760}"/>
          </ac:spMkLst>
        </pc:spChg>
      </pc:sldChg>
      <pc:sldChg chg="modSp add mod">
        <pc:chgData name="Breno Silva" userId="c065c6085e3e68de" providerId="LiveId" clId="{E8F1992F-CFD2-402F-B515-5840D04FB101}" dt="2026-05-08T20:09:32.986" v="2321" actId="20577"/>
        <pc:sldMkLst>
          <pc:docMk/>
          <pc:sldMk cId="1747681234" sldId="366"/>
        </pc:sldMkLst>
        <pc:spChg chg="mod">
          <ac:chgData name="Breno Silva" userId="c065c6085e3e68de" providerId="LiveId" clId="{E8F1992F-CFD2-402F-B515-5840D04FB101}" dt="2026-05-08T20:09:32.986" v="2321" actId="20577"/>
          <ac:spMkLst>
            <pc:docMk/>
            <pc:sldMk cId="1747681234" sldId="366"/>
            <ac:spMk id="98" creationId="{7D182503-BBF3-9D8F-9E84-9CB850568387}"/>
          </ac:spMkLst>
        </pc:spChg>
      </pc:sldChg>
      <pc:sldChg chg="addSp modSp add mod">
        <pc:chgData name="Breno Silva" userId="c065c6085e3e68de" providerId="LiveId" clId="{E8F1992F-CFD2-402F-B515-5840D04FB101}" dt="2026-05-13T15:55:38.950" v="2504" actId="693"/>
        <pc:sldMkLst>
          <pc:docMk/>
          <pc:sldMk cId="570633284" sldId="367"/>
        </pc:sldMkLst>
        <pc:spChg chg="add mod">
          <ac:chgData name="Breno Silva" userId="c065c6085e3e68de" providerId="LiveId" clId="{E8F1992F-CFD2-402F-B515-5840D04FB101}" dt="2026-05-13T15:54:31.183" v="2482" actId="14100"/>
          <ac:spMkLst>
            <pc:docMk/>
            <pc:sldMk cId="570633284" sldId="367"/>
            <ac:spMk id="6" creationId="{7EEE493B-8321-380F-AA19-D0162BF45A81}"/>
          </ac:spMkLst>
        </pc:spChg>
        <pc:cxnChg chg="add mod">
          <ac:chgData name="Breno Silva" userId="c065c6085e3e68de" providerId="LiveId" clId="{E8F1992F-CFD2-402F-B515-5840D04FB101}" dt="2026-05-13T15:55:38.950" v="2504" actId="693"/>
          <ac:cxnSpMkLst>
            <pc:docMk/>
            <pc:sldMk cId="570633284" sldId="367"/>
            <ac:cxnSpMk id="8" creationId="{DE763365-C12D-D3B1-7945-33EE4E22767B}"/>
          </ac:cxnSpMkLst>
        </pc:cxnChg>
      </pc:sldChg>
      <pc:sldChg chg="modSp add mod">
        <pc:chgData name="Breno Silva" userId="c065c6085e3e68de" providerId="LiveId" clId="{E8F1992F-CFD2-402F-B515-5840D04FB101}" dt="2026-05-08T20:10:26.507" v="2362" actId="20577"/>
        <pc:sldMkLst>
          <pc:docMk/>
          <pc:sldMk cId="3631986853" sldId="368"/>
        </pc:sldMkLst>
        <pc:spChg chg="mod">
          <ac:chgData name="Breno Silva" userId="c065c6085e3e68de" providerId="LiveId" clId="{E8F1992F-CFD2-402F-B515-5840D04FB101}" dt="2026-05-08T20:10:26.507" v="2362" actId="20577"/>
          <ac:spMkLst>
            <pc:docMk/>
            <pc:sldMk cId="3631986853" sldId="368"/>
            <ac:spMk id="98" creationId="{C488FBF3-1160-CF83-C8D4-D8F20EE55746}"/>
          </ac:spMkLst>
        </pc:spChg>
      </pc:sldChg>
      <pc:sldChg chg="addSp modSp add mod">
        <pc:chgData name="Breno Silva" userId="c065c6085e3e68de" providerId="LiveId" clId="{E8F1992F-CFD2-402F-B515-5840D04FB101}" dt="2026-05-13T15:58:25.235" v="2526" actId="207"/>
        <pc:sldMkLst>
          <pc:docMk/>
          <pc:sldMk cId="954381595" sldId="369"/>
        </pc:sldMkLst>
        <pc:spChg chg="mod">
          <ac:chgData name="Breno Silva" userId="c065c6085e3e68de" providerId="LiveId" clId="{E8F1992F-CFD2-402F-B515-5840D04FB101}" dt="2026-05-13T15:57:05.700" v="2514" actId="404"/>
          <ac:spMkLst>
            <pc:docMk/>
            <pc:sldMk cId="954381595" sldId="369"/>
            <ac:spMk id="6" creationId="{C6F2840D-A265-537F-45A3-428AB66579ED}"/>
          </ac:spMkLst>
        </pc:spChg>
        <pc:spChg chg="mod">
          <ac:chgData name="Breno Silva" userId="c065c6085e3e68de" providerId="LiveId" clId="{E8F1992F-CFD2-402F-B515-5840D04FB101}" dt="2026-05-13T15:58:21.950" v="2525" actId="207"/>
          <ac:spMkLst>
            <pc:docMk/>
            <pc:sldMk cId="954381595" sldId="369"/>
            <ac:spMk id="10" creationId="{5F4A1183-F7B2-8828-2198-70C6FBFBC353}"/>
          </ac:spMkLst>
        </pc:spChg>
        <pc:spChg chg="add mod">
          <ac:chgData name="Breno Silva" userId="c065c6085e3e68de" providerId="LiveId" clId="{E8F1992F-CFD2-402F-B515-5840D04FB101}" dt="2026-05-13T15:58:25.235" v="2526" actId="207"/>
          <ac:spMkLst>
            <pc:docMk/>
            <pc:sldMk cId="954381595" sldId="369"/>
            <ac:spMk id="11" creationId="{2BBEBAF0-A432-7EC3-3D23-D396E997F8B4}"/>
          </ac:spMkLst>
        </pc:spChg>
        <pc:spChg chg="mod">
          <ac:chgData name="Breno Silva" userId="c065c6085e3e68de" providerId="LiveId" clId="{E8F1992F-CFD2-402F-B515-5840D04FB101}" dt="2026-05-08T20:11:19.744" v="2426" actId="20577"/>
          <ac:spMkLst>
            <pc:docMk/>
            <pc:sldMk cId="954381595" sldId="369"/>
            <ac:spMk id="98" creationId="{B7DFB6A5-ECEB-A526-3D7F-068AC7A2E421}"/>
          </ac:spMkLst>
        </pc:spChg>
        <pc:grpChg chg="mod">
          <ac:chgData name="Breno Silva" userId="c065c6085e3e68de" providerId="LiveId" clId="{E8F1992F-CFD2-402F-B515-5840D04FB101}" dt="2026-05-13T15:58:08.738" v="2522" actId="1076"/>
          <ac:grpSpMkLst>
            <pc:docMk/>
            <pc:sldMk cId="954381595" sldId="369"/>
            <ac:grpSpMk id="7" creationId="{B7EC7F80-E5FC-995A-504B-9B629DEDCA9C}"/>
          </ac:grpSpMkLst>
        </pc:grpChg>
      </pc:sldChg>
      <pc:sldChg chg="modSp add mod">
        <pc:chgData name="Breno Silva" userId="c065c6085e3e68de" providerId="LiveId" clId="{E8F1992F-CFD2-402F-B515-5840D04FB101}" dt="2026-05-08T20:11:13.011" v="2417" actId="20577"/>
        <pc:sldMkLst>
          <pc:docMk/>
          <pc:sldMk cId="2764110297" sldId="370"/>
        </pc:sldMkLst>
        <pc:spChg chg="mod">
          <ac:chgData name="Breno Silva" userId="c065c6085e3e68de" providerId="LiveId" clId="{E8F1992F-CFD2-402F-B515-5840D04FB101}" dt="2026-05-08T20:11:13.011" v="2417" actId="20577"/>
          <ac:spMkLst>
            <pc:docMk/>
            <pc:sldMk cId="2764110297" sldId="370"/>
            <ac:spMk id="98" creationId="{A1791E73-D9D6-455B-3882-E6FCBFFC2C8A}"/>
          </ac:spMkLst>
        </pc:spChg>
      </pc:sldChg>
    </pc:docChg>
  </pc:docChgLst>
  <pc:docChgLst>
    <pc:chgData name="João Paulo Tavares Borges" userId="6e3dadd9cfe3127a" providerId="Windows Live" clId="Web-{C3F8CE6A-701B-E9BB-C4A8-E522225290DF}"/>
    <pc:docChg chg="modSld">
      <pc:chgData name="João Paulo Tavares Borges" userId="6e3dadd9cfe3127a" providerId="Windows Live" clId="Web-{C3F8CE6A-701B-E9BB-C4A8-E522225290DF}" dt="2026-05-09T21:06:08.332" v="83" actId="20577"/>
      <pc:docMkLst>
        <pc:docMk/>
      </pc:docMkLst>
      <pc:sldChg chg="modSp">
        <pc:chgData name="João Paulo Tavares Borges" userId="6e3dadd9cfe3127a" providerId="Windows Live" clId="Web-{C3F8CE6A-701B-E9BB-C4A8-E522225290DF}" dt="2026-05-09T20:38:32.328" v="44" actId="1076"/>
        <pc:sldMkLst>
          <pc:docMk/>
          <pc:sldMk cId="2604354910" sldId="337"/>
        </pc:sldMkLst>
        <pc:spChg chg="mod">
          <ac:chgData name="João Paulo Tavares Borges" userId="6e3dadd9cfe3127a" providerId="Windows Live" clId="Web-{C3F8CE6A-701B-E9BB-C4A8-E522225290DF}" dt="2026-05-09T20:38:03.248" v="41" actId="14100"/>
          <ac:spMkLst>
            <pc:docMk/>
            <pc:sldMk cId="2604354910" sldId="337"/>
            <ac:spMk id="21" creationId="{A5B99F40-E175-E33B-8732-36468BD7CB61}"/>
          </ac:spMkLst>
        </pc:spChg>
      </pc:sldChg>
      <pc:sldChg chg="addSp modSp">
        <pc:chgData name="João Paulo Tavares Borges" userId="6e3dadd9cfe3127a" providerId="Windows Live" clId="Web-{C3F8CE6A-701B-E9BB-C4A8-E522225290DF}" dt="2026-05-09T21:06:08.332" v="83" actId="20577"/>
        <pc:sldMkLst>
          <pc:docMk/>
          <pc:sldMk cId="1715188146" sldId="363"/>
        </pc:sldMkLst>
        <pc:spChg chg="add mod">
          <ac:chgData name="João Paulo Tavares Borges" userId="6e3dadd9cfe3127a" providerId="Windows Live" clId="Web-{C3F8CE6A-701B-E9BB-C4A8-E522225290DF}" dt="2026-05-09T20:36:27.338" v="37" actId="1076"/>
          <ac:spMkLst>
            <pc:docMk/>
            <pc:sldMk cId="1715188146" sldId="363"/>
            <ac:spMk id="2" creationId="{0E7BD517-B186-6B67-5BAD-DED2DF882D4E}"/>
          </ac:spMkLst>
        </pc:spChg>
        <pc:spChg chg="add mod">
          <ac:chgData name="João Paulo Tavares Borges" userId="6e3dadd9cfe3127a" providerId="Windows Live" clId="Web-{C3F8CE6A-701B-E9BB-C4A8-E522225290DF}" dt="2026-05-09T20:43:24.042" v="62"/>
          <ac:spMkLst>
            <pc:docMk/>
            <pc:sldMk cId="1715188146" sldId="363"/>
            <ac:spMk id="6" creationId="{3CB1B9B2-99B2-8BD4-6D80-6B145A439012}"/>
          </ac:spMkLst>
        </pc:spChg>
        <pc:spChg chg="add mod">
          <ac:chgData name="João Paulo Tavares Borges" userId="6e3dadd9cfe3127a" providerId="Windows Live" clId="Web-{C3F8CE6A-701B-E9BB-C4A8-E522225290DF}" dt="2026-05-09T20:43:24.057" v="63"/>
          <ac:spMkLst>
            <pc:docMk/>
            <pc:sldMk cId="1715188146" sldId="363"/>
            <ac:spMk id="7" creationId="{10A49159-730E-DFB8-622A-1193B123874C}"/>
          </ac:spMkLst>
        </pc:spChg>
        <pc:spChg chg="add mod">
          <ac:chgData name="João Paulo Tavares Borges" userId="6e3dadd9cfe3127a" providerId="Windows Live" clId="Web-{C3F8CE6A-701B-E9BB-C4A8-E522225290DF}" dt="2026-05-09T20:42:52.869" v="59"/>
          <ac:spMkLst>
            <pc:docMk/>
            <pc:sldMk cId="1715188146" sldId="363"/>
            <ac:spMk id="8" creationId="{8747D911-7351-9A63-D334-02BC88520C09}"/>
          </ac:spMkLst>
        </pc:spChg>
        <pc:spChg chg="add mod">
          <ac:chgData name="João Paulo Tavares Borges" userId="6e3dadd9cfe3127a" providerId="Windows Live" clId="Web-{C3F8CE6A-701B-E9BB-C4A8-E522225290DF}" dt="2026-05-09T20:44:31.794" v="74" actId="1076"/>
          <ac:spMkLst>
            <pc:docMk/>
            <pc:sldMk cId="1715188146" sldId="363"/>
            <ac:spMk id="10" creationId="{7055E754-6C23-C060-8BF5-7E8FA053B057}"/>
          </ac:spMkLst>
        </pc:spChg>
        <pc:spChg chg="add mod">
          <ac:chgData name="João Paulo Tavares Borges" userId="6e3dadd9cfe3127a" providerId="Windows Live" clId="Web-{C3F8CE6A-701B-E9BB-C4A8-E522225290DF}" dt="2026-05-09T20:45:09.358" v="80" actId="14100"/>
          <ac:spMkLst>
            <pc:docMk/>
            <pc:sldMk cId="1715188146" sldId="363"/>
            <ac:spMk id="11" creationId="{25F69423-0144-B32A-05BE-5F723250614F}"/>
          </ac:spMkLst>
        </pc:spChg>
        <pc:spChg chg="mod">
          <ac:chgData name="João Paulo Tavares Borges" userId="6e3dadd9cfe3127a" providerId="Windows Live" clId="Web-{C3F8CE6A-701B-E9BB-C4A8-E522225290DF}" dt="2026-05-09T20:35:41.712" v="25" actId="1076"/>
          <ac:spMkLst>
            <pc:docMk/>
            <pc:sldMk cId="1715188146" sldId="363"/>
            <ac:spMk id="36" creationId="{EDD96862-FB0B-98B1-5DCB-BB7BA2C52327}"/>
          </ac:spMkLst>
        </pc:spChg>
        <pc:spChg chg="mod">
          <ac:chgData name="João Paulo Tavares Borges" userId="6e3dadd9cfe3127a" providerId="Windows Live" clId="Web-{C3F8CE6A-701B-E9BB-C4A8-E522225290DF}" dt="2026-05-09T20:43:54.152" v="67" actId="20577"/>
          <ac:spMkLst>
            <pc:docMk/>
            <pc:sldMk cId="1715188146" sldId="363"/>
            <ac:spMk id="37" creationId="{B5A98986-BCD6-B4F3-D8BC-60E2C32AB844}"/>
          </ac:spMkLst>
        </pc:spChg>
        <pc:picChg chg="add mod">
          <ac:chgData name="João Paulo Tavares Borges" userId="6e3dadd9cfe3127a" providerId="Windows Live" clId="Web-{C3F8CE6A-701B-E9BB-C4A8-E522225290DF}" dt="2026-05-09T20:36:27.338" v="38" actId="1076"/>
          <ac:picMkLst>
            <pc:docMk/>
            <pc:sldMk cId="1715188146" sldId="363"/>
            <ac:picMk id="4" creationId="{85221A55-0310-5F17-31DE-398152CEE91B}"/>
          </ac:picMkLst>
        </pc:picChg>
        <pc:picChg chg="mod">
          <ac:chgData name="João Paulo Tavares Borges" userId="6e3dadd9cfe3127a" providerId="Windows Live" clId="Web-{C3F8CE6A-701B-E9BB-C4A8-E522225290DF}" dt="2026-05-09T20:38:52.797" v="47" actId="1076"/>
          <ac:picMkLst>
            <pc:docMk/>
            <pc:sldMk cId="1715188146" sldId="363"/>
            <ac:picMk id="34" creationId="{B584D691-E7E9-FFA4-0285-C58CDD891B85}"/>
          </ac:picMkLst>
        </pc:picChg>
      </pc:sldChg>
    </pc:docChg>
  </pc:docChgLst>
  <pc:docChgLst>
    <pc:chgData name="João Paulo Tavares Borges" userId="6e3dadd9cfe3127a" providerId="Windows Live" clId="Web-{8339D02C-09E5-43BA-9ACD-CBBECDC48240}"/>
    <pc:docChg chg="modSld">
      <pc:chgData name="João Paulo Tavares Borges" userId="6e3dadd9cfe3127a" providerId="Windows Live" clId="Web-{8339D02C-09E5-43BA-9ACD-CBBECDC48240}" dt="2026-05-07T15:30:53.252" v="378" actId="20577"/>
      <pc:docMkLst>
        <pc:docMk/>
      </pc:docMkLst>
      <pc:sldChg chg="modSp">
        <pc:chgData name="João Paulo Tavares Borges" userId="6e3dadd9cfe3127a" providerId="Windows Live" clId="Web-{8339D02C-09E5-43BA-9ACD-CBBECDC48240}" dt="2026-05-07T14:02:57.340" v="7" actId="20577"/>
        <pc:sldMkLst>
          <pc:docMk/>
          <pc:sldMk cId="0" sldId="258"/>
        </pc:sldMkLst>
        <pc:spChg chg="mod">
          <ac:chgData name="João Paulo Tavares Borges" userId="6e3dadd9cfe3127a" providerId="Windows Live" clId="Web-{8339D02C-09E5-43BA-9ACD-CBBECDC48240}" dt="2026-05-07T14:02:57.340" v="7" actId="20577"/>
          <ac:spMkLst>
            <pc:docMk/>
            <pc:sldMk cId="0" sldId="258"/>
            <ac:spMk id="35" creationId="{00000000-0000-0000-0000-000000000000}"/>
          </ac:spMkLst>
        </pc:spChg>
      </pc:sldChg>
      <pc:sldChg chg="addSp">
        <pc:chgData name="João Paulo Tavares Borges" userId="6e3dadd9cfe3127a" providerId="Windows Live" clId="Web-{8339D02C-09E5-43BA-9ACD-CBBECDC48240}" dt="2026-05-07T15:25:57.653" v="297"/>
        <pc:sldMkLst>
          <pc:docMk/>
          <pc:sldMk cId="3793562107" sldId="285"/>
        </pc:sldMkLst>
      </pc:sldChg>
    </pc:docChg>
  </pc:docChgLst>
  <pc:docChgLst>
    <pc:chgData name="Lucas Mozart" userId="980d2b913cf724f7" providerId="Windows Live" clId="Web-{9E1B80E7-9883-48CE-A485-1662F6CECF9C}"/>
    <pc:docChg chg="addSld delSld modSld sldOrd">
      <pc:chgData name="Lucas Mozart" userId="980d2b913cf724f7" providerId="Windows Live" clId="Web-{9E1B80E7-9883-48CE-A485-1662F6CECF9C}" dt="2026-05-05T00:59:39.778" v="386" actId="1076"/>
      <pc:docMkLst>
        <pc:docMk/>
      </pc:docMkLst>
    </pc:docChg>
  </pc:docChgLst>
  <pc:docChgLst>
    <pc:chgData name="João Paulo Tavares Borges" userId="6e3dadd9cfe3127a" providerId="Windows Live" clId="Web-{09B3C3CF-D1BA-D191-7C5F-C693528C1B79}"/>
    <pc:docChg chg="addSld modSld modSection">
      <pc:chgData name="João Paulo Tavares Borges" userId="6e3dadd9cfe3127a" providerId="Windows Live" clId="Web-{09B3C3CF-D1BA-D191-7C5F-C693528C1B79}" dt="2026-05-11T01:23:20.279" v="416" actId="1076"/>
      <pc:docMkLst>
        <pc:docMk/>
      </pc:docMkLst>
      <pc:sldChg chg="addSp modSp">
        <pc:chgData name="João Paulo Tavares Borges" userId="6e3dadd9cfe3127a" providerId="Windows Live" clId="Web-{09B3C3CF-D1BA-D191-7C5F-C693528C1B79}" dt="2026-05-10T18:11:26.154" v="156" actId="20577"/>
        <pc:sldMkLst>
          <pc:docMk/>
          <pc:sldMk cId="2604354910" sldId="337"/>
        </pc:sldMkLst>
        <pc:spChg chg="add mod">
          <ac:chgData name="João Paulo Tavares Borges" userId="6e3dadd9cfe3127a" providerId="Windows Live" clId="Web-{09B3C3CF-D1BA-D191-7C5F-C693528C1B79}" dt="2026-05-10T18:10:58.793" v="155" actId="20577"/>
          <ac:spMkLst>
            <pc:docMk/>
            <pc:sldMk cId="2604354910" sldId="337"/>
            <ac:spMk id="2" creationId="{768869E3-310B-F1A3-AE10-20096E8BF51F}"/>
          </ac:spMkLst>
        </pc:spChg>
        <pc:spChg chg="mod">
          <ac:chgData name="João Paulo Tavares Borges" userId="6e3dadd9cfe3127a" providerId="Windows Live" clId="Web-{09B3C3CF-D1BA-D191-7C5F-C693528C1B79}" dt="2026-05-10T18:09:14.333" v="142"/>
          <ac:spMkLst>
            <pc:docMk/>
            <pc:sldMk cId="2604354910" sldId="337"/>
            <ac:spMk id="21" creationId="{A5B99F40-E175-E33B-8732-36468BD7CB61}"/>
          </ac:spMkLst>
        </pc:spChg>
      </pc:sldChg>
      <pc:sldChg chg="modSp">
        <pc:chgData name="João Paulo Tavares Borges" userId="6e3dadd9cfe3127a" providerId="Windows Live" clId="Web-{09B3C3CF-D1BA-D191-7C5F-C693528C1B79}" dt="2026-05-10T18:08:08.625" v="141"/>
        <pc:sldMkLst>
          <pc:docMk/>
          <pc:sldMk cId="1715188146" sldId="363"/>
        </pc:sldMkLst>
        <pc:spChg chg="mod">
          <ac:chgData name="João Paulo Tavares Borges" userId="6e3dadd9cfe3127a" providerId="Windows Live" clId="Web-{09B3C3CF-D1BA-D191-7C5F-C693528C1B79}" dt="2026-05-10T18:08:08.610" v="140"/>
          <ac:spMkLst>
            <pc:docMk/>
            <pc:sldMk cId="1715188146" sldId="363"/>
            <ac:spMk id="6" creationId="{3CB1B9B2-99B2-8BD4-6D80-6B145A439012}"/>
          </ac:spMkLst>
        </pc:spChg>
        <pc:spChg chg="mod">
          <ac:chgData name="João Paulo Tavares Borges" userId="6e3dadd9cfe3127a" providerId="Windows Live" clId="Web-{09B3C3CF-D1BA-D191-7C5F-C693528C1B79}" dt="2026-05-10T18:08:08.625" v="141"/>
          <ac:spMkLst>
            <pc:docMk/>
            <pc:sldMk cId="1715188146" sldId="363"/>
            <ac:spMk id="7" creationId="{10A49159-730E-DFB8-622A-1193B123874C}"/>
          </ac:spMkLst>
        </pc:spChg>
      </pc:sldChg>
      <pc:sldChg chg="addSp delSp modSp">
        <pc:chgData name="João Paulo Tavares Borges" userId="6e3dadd9cfe3127a" providerId="Windows Live" clId="Web-{09B3C3CF-D1BA-D191-7C5F-C693528C1B79}" dt="2026-05-10T18:47:57.411" v="190" actId="1076"/>
        <pc:sldMkLst>
          <pc:docMk/>
          <pc:sldMk cId="2594887668" sldId="365"/>
        </pc:sldMkLst>
        <pc:picChg chg="add mod">
          <ac:chgData name="João Paulo Tavares Borges" userId="6e3dadd9cfe3127a" providerId="Windows Live" clId="Web-{09B3C3CF-D1BA-D191-7C5F-C693528C1B79}" dt="2026-05-10T18:47:46.723" v="188" actId="1076"/>
          <ac:picMkLst>
            <pc:docMk/>
            <pc:sldMk cId="2594887668" sldId="365"/>
            <ac:picMk id="4" creationId="{3A68F09E-A09B-6B25-0DA5-51769917F758}"/>
          </ac:picMkLst>
        </pc:picChg>
        <pc:picChg chg="add mod">
          <ac:chgData name="João Paulo Tavares Borges" userId="6e3dadd9cfe3127a" providerId="Windows Live" clId="Web-{09B3C3CF-D1BA-D191-7C5F-C693528C1B79}" dt="2026-05-10T18:47:57.411" v="190" actId="1076"/>
          <ac:picMkLst>
            <pc:docMk/>
            <pc:sldMk cId="2594887668" sldId="365"/>
            <ac:picMk id="5" creationId="{DADEBC20-45AA-C0EC-265B-239E3D5129D5}"/>
          </ac:picMkLst>
        </pc:picChg>
      </pc:sldChg>
      <pc:sldChg chg="addSp modSp">
        <pc:chgData name="João Paulo Tavares Borges" userId="6e3dadd9cfe3127a" providerId="Windows Live" clId="Web-{09B3C3CF-D1BA-D191-7C5F-C693528C1B79}" dt="2026-05-10T17:54:38.117" v="38" actId="20577"/>
        <pc:sldMkLst>
          <pc:docMk/>
          <pc:sldMk cId="1747681234" sldId="366"/>
        </pc:sldMkLst>
        <pc:spChg chg="mod">
          <ac:chgData name="João Paulo Tavares Borges" userId="6e3dadd9cfe3127a" providerId="Windows Live" clId="Web-{09B3C3CF-D1BA-D191-7C5F-C693528C1B79}" dt="2026-05-10T17:54:38.117" v="38" actId="20577"/>
          <ac:spMkLst>
            <pc:docMk/>
            <pc:sldMk cId="1747681234" sldId="366"/>
            <ac:spMk id="4" creationId="{5FA1ACDF-277D-58EB-EA56-AEC83EA7441B}"/>
          </ac:spMkLst>
        </pc:spChg>
        <pc:spChg chg="add mod">
          <ac:chgData name="João Paulo Tavares Borges" userId="6e3dadd9cfe3127a" providerId="Windows Live" clId="Web-{09B3C3CF-D1BA-D191-7C5F-C693528C1B79}" dt="2026-05-10T17:54:37.117" v="37"/>
          <ac:spMkLst>
            <pc:docMk/>
            <pc:sldMk cId="1747681234" sldId="366"/>
            <ac:spMk id="6" creationId="{E6AC317F-5E3E-EFDE-52D2-854432DD9E50}"/>
          </ac:spMkLst>
        </pc:spChg>
      </pc:sldChg>
      <pc:sldChg chg="addSp delSp modSp">
        <pc:chgData name="João Paulo Tavares Borges" userId="6e3dadd9cfe3127a" providerId="Windows Live" clId="Web-{09B3C3CF-D1BA-D191-7C5F-C693528C1B79}" dt="2026-05-10T20:46:04.182" v="400" actId="20577"/>
        <pc:sldMkLst>
          <pc:docMk/>
          <pc:sldMk cId="3631986853" sldId="368"/>
        </pc:sldMkLst>
        <pc:spChg chg="add mod">
          <ac:chgData name="João Paulo Tavares Borges" userId="6e3dadd9cfe3127a" providerId="Windows Live" clId="Web-{09B3C3CF-D1BA-D191-7C5F-C693528C1B79}" dt="2026-05-10T18:03:51.921" v="66" actId="14100"/>
          <ac:spMkLst>
            <pc:docMk/>
            <pc:sldMk cId="3631986853" sldId="368"/>
            <ac:spMk id="12" creationId="{975DF370-7C12-A116-85C0-67688F459449}"/>
          </ac:spMkLst>
        </pc:spChg>
        <pc:spChg chg="mod">
          <ac:chgData name="João Paulo Tavares Borges" userId="6e3dadd9cfe3127a" providerId="Windows Live" clId="Web-{09B3C3CF-D1BA-D191-7C5F-C693528C1B79}" dt="2026-05-10T20:46:04.182" v="400" actId="20577"/>
          <ac:spMkLst>
            <pc:docMk/>
            <pc:sldMk cId="3631986853" sldId="368"/>
            <ac:spMk id="98" creationId="{C488FBF3-1160-CF83-C8D4-D8F20EE55746}"/>
          </ac:spMkLst>
        </pc:spChg>
        <pc:picChg chg="add mod">
          <ac:chgData name="João Paulo Tavares Borges" userId="6e3dadd9cfe3127a" providerId="Windows Live" clId="Web-{09B3C3CF-D1BA-D191-7C5F-C693528C1B79}" dt="2026-05-10T18:06:24.196" v="132" actId="1076"/>
          <ac:picMkLst>
            <pc:docMk/>
            <pc:sldMk cId="3631986853" sldId="368"/>
            <ac:picMk id="2" creationId="{AC4442B5-289D-BE5C-6A36-2E3588449B5E}"/>
          </ac:picMkLst>
        </pc:picChg>
        <pc:picChg chg="add mod">
          <ac:chgData name="João Paulo Tavares Borges" userId="6e3dadd9cfe3127a" providerId="Windows Live" clId="Web-{09B3C3CF-D1BA-D191-7C5F-C693528C1B79}" dt="2026-05-10T18:06:24.196" v="133" actId="1076"/>
          <ac:picMkLst>
            <pc:docMk/>
            <pc:sldMk cId="3631986853" sldId="368"/>
            <ac:picMk id="4" creationId="{5F1EE817-E3F9-5CE5-D2F6-C880E8C65941}"/>
          </ac:picMkLst>
        </pc:picChg>
        <pc:picChg chg="add mod">
          <ac:chgData name="João Paulo Tavares Borges" userId="6e3dadd9cfe3127a" providerId="Windows Live" clId="Web-{09B3C3CF-D1BA-D191-7C5F-C693528C1B79}" dt="2026-05-10T18:06:06.773" v="130" actId="1076"/>
          <ac:picMkLst>
            <pc:docMk/>
            <pc:sldMk cId="3631986853" sldId="368"/>
            <ac:picMk id="6" creationId="{B7AB7A7E-3B73-2B64-9BD0-056A1F57F312}"/>
          </ac:picMkLst>
        </pc:picChg>
      </pc:sldChg>
      <pc:sldChg chg="addSp modSp">
        <pc:chgData name="João Paulo Tavares Borges" userId="6e3dadd9cfe3127a" providerId="Windows Live" clId="Web-{09B3C3CF-D1BA-D191-7C5F-C693528C1B79}" dt="2026-05-11T01:23:20.279" v="416" actId="1076"/>
        <pc:sldMkLst>
          <pc:docMk/>
          <pc:sldMk cId="954381595" sldId="369"/>
        </pc:sldMkLst>
        <pc:picChg chg="add mod">
          <ac:chgData name="João Paulo Tavares Borges" userId="6e3dadd9cfe3127a" providerId="Windows Live" clId="Web-{09B3C3CF-D1BA-D191-7C5F-C693528C1B79}" dt="2026-05-11T00:20:13.501" v="409" actId="1076"/>
          <ac:picMkLst>
            <pc:docMk/>
            <pc:sldMk cId="954381595" sldId="369"/>
            <ac:picMk id="2" creationId="{1A8E30AE-9711-6229-B457-11C7EDA926CB}"/>
          </ac:picMkLst>
        </pc:picChg>
        <pc:picChg chg="add mod">
          <ac:chgData name="João Paulo Tavares Borges" userId="6e3dadd9cfe3127a" providerId="Windows Live" clId="Web-{09B3C3CF-D1BA-D191-7C5F-C693528C1B79}" dt="2026-05-11T00:21:07.707" v="412" actId="14100"/>
          <ac:picMkLst>
            <pc:docMk/>
            <pc:sldMk cId="954381595" sldId="369"/>
            <ac:picMk id="4" creationId="{2FC095E0-7699-B437-D329-9ABF1500A3FF}"/>
          </ac:picMkLst>
        </pc:picChg>
        <pc:picChg chg="add mod">
          <ac:chgData name="João Paulo Tavares Borges" userId="6e3dadd9cfe3127a" providerId="Windows Live" clId="Web-{09B3C3CF-D1BA-D191-7C5F-C693528C1B79}" dt="2026-05-11T01:23:20.279" v="416" actId="1076"/>
          <ac:picMkLst>
            <pc:docMk/>
            <pc:sldMk cId="954381595" sldId="369"/>
            <ac:picMk id="5" creationId="{119C1097-17F4-C27B-693D-33661929EBC4}"/>
          </ac:picMkLst>
        </pc:picChg>
      </pc:sldChg>
      <pc:sldChg chg="addSp delSp modSp add replId">
        <pc:chgData name="João Paulo Tavares Borges" userId="6e3dadd9cfe3127a" providerId="Windows Live" clId="Web-{09B3C3CF-D1BA-D191-7C5F-C693528C1B79}" dt="2026-05-10T20:46:10.057" v="407" actId="20577"/>
        <pc:sldMkLst>
          <pc:docMk/>
          <pc:sldMk cId="304473618" sldId="371"/>
        </pc:sldMkLst>
        <pc:spChg chg="mod">
          <ac:chgData name="João Paulo Tavares Borges" userId="6e3dadd9cfe3127a" providerId="Windows Live" clId="Web-{09B3C3CF-D1BA-D191-7C5F-C693528C1B79}" dt="2026-05-10T20:42:27.128" v="388" actId="20577"/>
          <ac:spMkLst>
            <pc:docMk/>
            <pc:sldMk cId="304473618" sldId="371"/>
            <ac:spMk id="14" creationId="{EC4A4CEE-365C-9629-E97A-B1B5910FE989}"/>
          </ac:spMkLst>
        </pc:spChg>
        <pc:spChg chg="add mod">
          <ac:chgData name="João Paulo Tavares Borges" userId="6e3dadd9cfe3127a" providerId="Windows Live" clId="Web-{09B3C3CF-D1BA-D191-7C5F-C693528C1B79}" dt="2026-05-10T20:45:47.510" v="393" actId="1076"/>
          <ac:spMkLst>
            <pc:docMk/>
            <pc:sldMk cId="304473618" sldId="371"/>
            <ac:spMk id="15" creationId="{AF83DB46-AD2E-CF9B-0A6E-6563D2A19425}"/>
          </ac:spMkLst>
        </pc:spChg>
        <pc:spChg chg="add mod">
          <ac:chgData name="João Paulo Tavares Borges" userId="6e3dadd9cfe3127a" providerId="Windows Live" clId="Web-{09B3C3CF-D1BA-D191-7C5F-C693528C1B79}" dt="2026-05-10T20:39:53.220" v="371"/>
          <ac:spMkLst>
            <pc:docMk/>
            <pc:sldMk cId="304473618" sldId="371"/>
            <ac:spMk id="19" creationId="{EBCD1B8F-EE0F-5644-59C3-05C6FFA5E266}"/>
          </ac:spMkLst>
        </pc:spChg>
        <pc:spChg chg="mod">
          <ac:chgData name="João Paulo Tavares Borges" userId="6e3dadd9cfe3127a" providerId="Windows Live" clId="Web-{09B3C3CF-D1BA-D191-7C5F-C693528C1B79}" dt="2026-05-10T20:46:10.057" v="407" actId="20577"/>
          <ac:spMkLst>
            <pc:docMk/>
            <pc:sldMk cId="304473618" sldId="371"/>
            <ac:spMk id="98" creationId="{014F1EFE-F625-591F-AECE-4E6C407EC7DB}"/>
          </ac:spMkLst>
        </pc:spChg>
        <pc:picChg chg="add mod modCrop">
          <ac:chgData name="João Paulo Tavares Borges" userId="6e3dadd9cfe3127a" providerId="Windows Live" clId="Web-{09B3C3CF-D1BA-D191-7C5F-C693528C1B79}" dt="2026-05-10T20:45:41.401" v="391" actId="1076"/>
          <ac:picMkLst>
            <pc:docMk/>
            <pc:sldMk cId="304473618" sldId="371"/>
            <ac:picMk id="7" creationId="{6CA79D22-9577-B2A0-0BDC-68F01E757705}"/>
          </ac:picMkLst>
        </pc:picChg>
        <pc:picChg chg="add mod">
          <ac:chgData name="João Paulo Tavares Borges" userId="6e3dadd9cfe3127a" providerId="Windows Live" clId="Web-{09B3C3CF-D1BA-D191-7C5F-C693528C1B79}" dt="2026-05-10T20:42:34.487" v="389" actId="1076"/>
          <ac:picMkLst>
            <pc:docMk/>
            <pc:sldMk cId="304473618" sldId="371"/>
            <ac:picMk id="11" creationId="{4B440917-19CC-18CB-9975-15685F5F87BE}"/>
          </ac:picMkLst>
        </pc:picChg>
        <pc:picChg chg="add mod">
          <ac:chgData name="João Paulo Tavares Borges" userId="6e3dadd9cfe3127a" providerId="Windows Live" clId="Web-{09B3C3CF-D1BA-D191-7C5F-C693528C1B79}" dt="2026-05-10T20:38:27.735" v="349" actId="1076"/>
          <ac:picMkLst>
            <pc:docMk/>
            <pc:sldMk cId="304473618" sldId="371"/>
            <ac:picMk id="16" creationId="{081995BD-7F90-C40E-3138-51AAB53F5BF8}"/>
          </ac:picMkLst>
        </pc:picChg>
        <pc:picChg chg="add mod">
          <ac:chgData name="João Paulo Tavares Borges" userId="6e3dadd9cfe3127a" providerId="Windows Live" clId="Web-{09B3C3CF-D1BA-D191-7C5F-C693528C1B79}" dt="2026-05-10T20:38:44.220" v="352" actId="1076"/>
          <ac:picMkLst>
            <pc:docMk/>
            <pc:sldMk cId="304473618" sldId="371"/>
            <ac:picMk id="17" creationId="{F2BEA9CC-AB27-150A-B301-82E839F09697}"/>
          </ac:picMkLst>
        </pc:picChg>
        <pc:picChg chg="add mod">
          <ac:chgData name="João Paulo Tavares Borges" userId="6e3dadd9cfe3127a" providerId="Windows Live" clId="Web-{09B3C3CF-D1BA-D191-7C5F-C693528C1B79}" dt="2026-05-10T20:38:18.438" v="346" actId="1076"/>
          <ac:picMkLst>
            <pc:docMk/>
            <pc:sldMk cId="304473618" sldId="371"/>
            <ac:picMk id="18" creationId="{CEBBEA87-B033-1556-D861-8DB291EAF6EB}"/>
          </ac:picMkLst>
        </pc:picChg>
        <pc:picChg chg="add mod">
          <ac:chgData name="João Paulo Tavares Borges" userId="6e3dadd9cfe3127a" providerId="Windows Live" clId="Web-{09B3C3CF-D1BA-D191-7C5F-C693528C1B79}" dt="2026-05-10T20:40:37.064" v="375" actId="1076"/>
          <ac:picMkLst>
            <pc:docMk/>
            <pc:sldMk cId="304473618" sldId="371"/>
            <ac:picMk id="20" creationId="{1CF239E7-601B-792E-73BE-AD9EE2C64ECF}"/>
          </ac:picMkLst>
        </pc:picChg>
      </pc:sldChg>
    </pc:docChg>
  </pc:docChgLst>
  <pc:docChgLst>
    <pc:chgData name="João Paulo Tavares Borges" userId="6e3dadd9cfe3127a" providerId="Windows Live" clId="Web-{A2CA2722-0D77-AD37-1E51-4663B8D808DD}"/>
    <pc:docChg chg="modSld">
      <pc:chgData name="João Paulo Tavares Borges" userId="6e3dadd9cfe3127a" providerId="Windows Live" clId="Web-{A2CA2722-0D77-AD37-1E51-4663B8D808DD}" dt="2026-05-11T16:58:57.329" v="0" actId="1076"/>
      <pc:docMkLst>
        <pc:docMk/>
      </pc:docMkLst>
      <pc:sldChg chg="modSp">
        <pc:chgData name="João Paulo Tavares Borges" userId="6e3dadd9cfe3127a" providerId="Windows Live" clId="Web-{A2CA2722-0D77-AD37-1E51-4663B8D808DD}" dt="2026-05-11T16:58:57.329" v="0" actId="1076"/>
        <pc:sldMkLst>
          <pc:docMk/>
          <pc:sldMk cId="1715188146" sldId="363"/>
        </pc:sldMkLst>
        <pc:spChg chg="mod">
          <ac:chgData name="João Paulo Tavares Borges" userId="6e3dadd9cfe3127a" providerId="Windows Live" clId="Web-{A2CA2722-0D77-AD37-1E51-4663B8D808DD}" dt="2026-05-11T16:58:57.329" v="0" actId="1076"/>
          <ac:spMkLst>
            <pc:docMk/>
            <pc:sldMk cId="1715188146" sldId="363"/>
            <ac:spMk id="10" creationId="{7055E754-6C23-C060-8BF5-7E8FA053B057}"/>
          </ac:spMkLst>
        </pc:spChg>
      </pc:sldChg>
    </pc:docChg>
  </pc:docChgLst>
  <pc:docChgLst>
    <pc:chgData name="João Paulo Tavares Borges" userId="6e3dadd9cfe3127a" providerId="Windows Live" clId="Web-{66E262D7-B511-F6EE-3F41-EC202D9E359F}"/>
    <pc:docChg chg="addSld modSld modSection">
      <pc:chgData name="João Paulo Tavares Borges" userId="6e3dadd9cfe3127a" providerId="Windows Live" clId="Web-{66E262D7-B511-F6EE-3F41-EC202D9E359F}" dt="2026-05-08T15:10:25.779" v="254" actId="20577"/>
      <pc:docMkLst>
        <pc:docMk/>
      </pc:docMkLst>
      <pc:sldChg chg="addSp delSp modSp">
        <pc:chgData name="João Paulo Tavares Borges" userId="6e3dadd9cfe3127a" providerId="Windows Live" clId="Web-{66E262D7-B511-F6EE-3F41-EC202D9E359F}" dt="2026-05-08T10:54:07.633" v="135" actId="1076"/>
        <pc:sldMkLst>
          <pc:docMk/>
          <pc:sldMk cId="2604354910" sldId="337"/>
        </pc:sldMkLst>
        <pc:spChg chg="mod">
          <ac:chgData name="João Paulo Tavares Borges" userId="6e3dadd9cfe3127a" providerId="Windows Live" clId="Web-{66E262D7-B511-F6EE-3F41-EC202D9E359F}" dt="2026-05-08T10:52:24.099" v="78" actId="1076"/>
          <ac:spMkLst>
            <pc:docMk/>
            <pc:sldMk cId="2604354910" sldId="337"/>
            <ac:spMk id="11" creationId="{39683B12-87CC-FF57-C724-886A6C9B3D27}"/>
          </ac:spMkLst>
        </pc:spChg>
        <pc:spChg chg="mod">
          <ac:chgData name="João Paulo Tavares Borges" userId="6e3dadd9cfe3127a" providerId="Windows Live" clId="Web-{66E262D7-B511-F6EE-3F41-EC202D9E359F}" dt="2026-05-08T10:52:32.053" v="80" actId="1076"/>
          <ac:spMkLst>
            <pc:docMk/>
            <pc:sldMk cId="2604354910" sldId="337"/>
            <ac:spMk id="13" creationId="{A4913101-69C4-E5C1-E741-4BAA8CBDF5CF}"/>
          </ac:spMkLst>
        </pc:spChg>
        <pc:spChg chg="add mod">
          <ac:chgData name="João Paulo Tavares Borges" userId="6e3dadd9cfe3127a" providerId="Windows Live" clId="Web-{66E262D7-B511-F6EE-3F41-EC202D9E359F}" dt="2026-05-08T10:52:44.147" v="83" actId="1076"/>
          <ac:spMkLst>
            <pc:docMk/>
            <pc:sldMk cId="2604354910" sldId="337"/>
            <ac:spMk id="29" creationId="{2EBB0B22-E15E-D461-450D-9269EEBBE150}"/>
          </ac:spMkLst>
        </pc:spChg>
        <pc:spChg chg="add mod">
          <ac:chgData name="João Paulo Tavares Borges" userId="6e3dadd9cfe3127a" providerId="Windows Live" clId="Web-{66E262D7-B511-F6EE-3F41-EC202D9E359F}" dt="2026-05-08T10:53:15.788" v="123" actId="20577"/>
          <ac:spMkLst>
            <pc:docMk/>
            <pc:sldMk cId="2604354910" sldId="337"/>
            <ac:spMk id="30" creationId="{64F25468-4B28-D6C0-2FB1-DB18459079E5}"/>
          </ac:spMkLst>
        </pc:spChg>
        <pc:picChg chg="mod">
          <ac:chgData name="João Paulo Tavares Borges" userId="6e3dadd9cfe3127a" providerId="Windows Live" clId="Web-{66E262D7-B511-F6EE-3F41-EC202D9E359F}" dt="2026-05-08T10:54:07.633" v="135" actId="1076"/>
          <ac:picMkLst>
            <pc:docMk/>
            <pc:sldMk cId="2604354910" sldId="337"/>
            <ac:picMk id="22" creationId="{BB4F9467-1D6A-5787-F589-F915C24DBAA5}"/>
          </ac:picMkLst>
        </pc:picChg>
        <pc:picChg chg="add mod modCrop">
          <ac:chgData name="João Paulo Tavares Borges" userId="6e3dadd9cfe3127a" providerId="Windows Live" clId="Web-{66E262D7-B511-F6EE-3F41-EC202D9E359F}" dt="2026-05-08T10:53:48.227" v="131" actId="1076"/>
          <ac:picMkLst>
            <pc:docMk/>
            <pc:sldMk cId="2604354910" sldId="337"/>
            <ac:picMk id="31" creationId="{561F4C38-4CF7-9298-BEBB-F9C1F39BF955}"/>
          </ac:picMkLst>
        </pc:picChg>
        <pc:cxnChg chg="mod">
          <ac:chgData name="João Paulo Tavares Borges" userId="6e3dadd9cfe3127a" providerId="Windows Live" clId="Web-{66E262D7-B511-F6EE-3F41-EC202D9E359F}" dt="2026-05-08T10:52:38.428" v="82" actId="1076"/>
          <ac:cxnSpMkLst>
            <pc:docMk/>
            <pc:sldMk cId="2604354910" sldId="337"/>
            <ac:cxnSpMk id="23" creationId="{79CCB25A-EDB7-DFF6-C2F0-4814850F88C1}"/>
          </ac:cxnSpMkLst>
        </pc:cxnChg>
      </pc:sldChg>
      <pc:sldChg chg="addSp delSp modSp add replId">
        <pc:chgData name="João Paulo Tavares Borges" userId="6e3dadd9cfe3127a" providerId="Windows Live" clId="Web-{66E262D7-B511-F6EE-3F41-EC202D9E359F}" dt="2026-05-08T15:10:25.779" v="254" actId="20577"/>
        <pc:sldMkLst>
          <pc:docMk/>
          <pc:sldMk cId="1715188146" sldId="363"/>
        </pc:sldMkLst>
        <pc:spChg chg="add mod">
          <ac:chgData name="João Paulo Tavares Borges" userId="6e3dadd9cfe3127a" providerId="Windows Live" clId="Web-{66E262D7-B511-F6EE-3F41-EC202D9E359F}" dt="2026-05-08T11:50:55.181" v="203" actId="1076"/>
          <ac:spMkLst>
            <pc:docMk/>
            <pc:sldMk cId="1715188146" sldId="363"/>
            <ac:spMk id="36" creationId="{EDD96862-FB0B-98B1-5DCB-BB7BA2C52327}"/>
          </ac:spMkLst>
        </pc:spChg>
        <pc:spChg chg="add mod">
          <ac:chgData name="João Paulo Tavares Borges" userId="6e3dadd9cfe3127a" providerId="Windows Live" clId="Web-{66E262D7-B511-F6EE-3F41-EC202D9E359F}" dt="2026-05-08T11:50:59.822" v="204" actId="1076"/>
          <ac:spMkLst>
            <pc:docMk/>
            <pc:sldMk cId="1715188146" sldId="363"/>
            <ac:spMk id="37" creationId="{B5A98986-BCD6-B4F3-D8BC-60E2C32AB844}"/>
          </ac:spMkLst>
        </pc:spChg>
        <pc:spChg chg="mod">
          <ac:chgData name="João Paulo Tavares Borges" userId="6e3dadd9cfe3127a" providerId="Windows Live" clId="Web-{66E262D7-B511-F6EE-3F41-EC202D9E359F}" dt="2026-05-08T11:45:39.059" v="165" actId="20577"/>
          <ac:spMkLst>
            <pc:docMk/>
            <pc:sldMk cId="1715188146" sldId="363"/>
            <ac:spMk id="98" creationId="{5521B329-B7EE-66A9-F690-907B4A565725}"/>
          </ac:spMkLst>
        </pc:spChg>
        <pc:picChg chg="add mod">
          <ac:chgData name="João Paulo Tavares Borges" userId="6e3dadd9cfe3127a" providerId="Windows Live" clId="Web-{66E262D7-B511-F6EE-3F41-EC202D9E359F}" dt="2026-05-08T11:47:56.425" v="169" actId="1076"/>
          <ac:picMkLst>
            <pc:docMk/>
            <pc:sldMk cId="1715188146" sldId="363"/>
            <ac:picMk id="21" creationId="{6F1EA921-1BD2-3CBE-39D5-083F364D1634}"/>
          </ac:picMkLst>
        </pc:picChg>
        <pc:picChg chg="add mod">
          <ac:chgData name="João Paulo Tavares Borges" userId="6e3dadd9cfe3127a" providerId="Windows Live" clId="Web-{66E262D7-B511-F6EE-3F41-EC202D9E359F}" dt="2026-05-08T11:49:39.569" v="182" actId="1076"/>
          <ac:picMkLst>
            <pc:docMk/>
            <pc:sldMk cId="1715188146" sldId="363"/>
            <ac:picMk id="34" creationId="{B584D691-E7E9-FFA4-0285-C58CDD891B85}"/>
          </ac:picMkLst>
        </pc:picChg>
      </pc:sldChg>
    </pc:docChg>
  </pc:docChgLst>
  <pc:docChgLst>
    <pc:chgData name="João Paulo Tavares Borges" userId="6e3dadd9cfe3127a" providerId="Windows Live" clId="Web-{4E6DB592-24DB-1A37-87DF-C02603DAC75F}"/>
    <pc:docChg chg="modSld">
      <pc:chgData name="João Paulo Tavares Borges" userId="6e3dadd9cfe3127a" providerId="Windows Live" clId="Web-{4E6DB592-24DB-1A37-87DF-C02603DAC75F}" dt="2026-05-10T14:13:46.890" v="172"/>
      <pc:docMkLst>
        <pc:docMk/>
      </pc:docMkLst>
      <pc:sldChg chg="delSp">
        <pc:chgData name="João Paulo Tavares Borges" userId="6e3dadd9cfe3127a" providerId="Windows Live" clId="Web-{4E6DB592-24DB-1A37-87DF-C02603DAC75F}" dt="2026-05-10T14:01:09.931" v="131"/>
        <pc:sldMkLst>
          <pc:docMk/>
          <pc:sldMk cId="3793562107" sldId="285"/>
        </pc:sldMkLst>
      </pc:sldChg>
      <pc:sldChg chg="addSp delSp modSp">
        <pc:chgData name="João Paulo Tavares Borges" userId="6e3dadd9cfe3127a" providerId="Windows Live" clId="Web-{4E6DB592-24DB-1A37-87DF-C02603DAC75F}" dt="2026-05-10T14:02:56.674" v="138"/>
        <pc:sldMkLst>
          <pc:docMk/>
          <pc:sldMk cId="2604354910" sldId="337"/>
        </pc:sldMkLst>
        <pc:spChg chg="mod">
          <ac:chgData name="João Paulo Tavares Borges" userId="6e3dadd9cfe3127a" providerId="Windows Live" clId="Web-{4E6DB592-24DB-1A37-87DF-C02603DAC75F}" dt="2026-05-10T13:44:17.546" v="7" actId="20577"/>
          <ac:spMkLst>
            <pc:docMk/>
            <pc:sldMk cId="2604354910" sldId="337"/>
            <ac:spMk id="3" creationId="{06A0EFA1-2974-8706-E2B4-9A4432E7F4DD}"/>
          </ac:spMkLst>
        </pc:spChg>
        <pc:spChg chg="mod">
          <ac:chgData name="João Paulo Tavares Borges" userId="6e3dadd9cfe3127a" providerId="Windows Live" clId="Web-{4E6DB592-24DB-1A37-87DF-C02603DAC75F}" dt="2026-05-10T14:02:50.189" v="137"/>
          <ac:spMkLst>
            <pc:docMk/>
            <pc:sldMk cId="2604354910" sldId="337"/>
            <ac:spMk id="19" creationId="{70DAE01D-B345-435B-2CB5-2C2A3E43D981}"/>
          </ac:spMkLst>
        </pc:spChg>
        <pc:cxnChg chg="mod">
          <ac:chgData name="João Paulo Tavares Borges" userId="6e3dadd9cfe3127a" providerId="Windows Live" clId="Web-{4E6DB592-24DB-1A37-87DF-C02603DAC75F}" dt="2026-05-10T13:57:36.340" v="101"/>
          <ac:cxnSpMkLst>
            <pc:docMk/>
            <pc:sldMk cId="2604354910" sldId="337"/>
            <ac:cxnSpMk id="23" creationId="{79CCB25A-EDB7-DFF6-C2F0-4814850F88C1}"/>
          </ac:cxnSpMkLst>
        </pc:cxnChg>
        <pc:cxnChg chg="mod">
          <ac:chgData name="João Paulo Tavares Borges" userId="6e3dadd9cfe3127a" providerId="Windows Live" clId="Web-{4E6DB592-24DB-1A37-87DF-C02603DAC75F}" dt="2026-05-10T13:57:36.340" v="100"/>
          <ac:cxnSpMkLst>
            <pc:docMk/>
            <pc:sldMk cId="2604354910" sldId="337"/>
            <ac:cxnSpMk id="24" creationId="{C16BF12F-BFCC-8328-A822-1C9E970FD76B}"/>
          </ac:cxnSpMkLst>
        </pc:cxnChg>
      </pc:sldChg>
      <pc:sldChg chg="addSp delSp modSp">
        <pc:chgData name="João Paulo Tavares Borges" userId="6e3dadd9cfe3127a" providerId="Windows Live" clId="Web-{4E6DB592-24DB-1A37-87DF-C02603DAC75F}" dt="2026-05-10T14:04:09.726" v="171" actId="1076"/>
        <pc:sldMkLst>
          <pc:docMk/>
          <pc:sldMk cId="1715188146" sldId="363"/>
        </pc:sldMkLst>
        <pc:spChg chg="mod">
          <ac:chgData name="João Paulo Tavares Borges" userId="6e3dadd9cfe3127a" providerId="Windows Live" clId="Web-{4E6DB592-24DB-1A37-87DF-C02603DAC75F}" dt="2026-05-10T14:04:02.726" v="162" actId="1076"/>
          <ac:spMkLst>
            <pc:docMk/>
            <pc:sldMk cId="1715188146" sldId="363"/>
            <ac:spMk id="2" creationId="{0E7BD517-B186-6B67-5BAD-DED2DF882D4E}"/>
          </ac:spMkLst>
        </pc:spChg>
        <pc:spChg chg="mod">
          <ac:chgData name="João Paulo Tavares Borges" userId="6e3dadd9cfe3127a" providerId="Windows Live" clId="Web-{4E6DB592-24DB-1A37-87DF-C02603DAC75F}" dt="2026-05-10T13:44:17.186" v="4" actId="20577"/>
          <ac:spMkLst>
            <pc:docMk/>
            <pc:sldMk cId="1715188146" sldId="363"/>
            <ac:spMk id="3" creationId="{B9988FBC-D81D-322D-9861-F6EDB4BAB3F2}"/>
          </ac:spMkLst>
        </pc:spChg>
        <pc:spChg chg="mod">
          <ac:chgData name="João Paulo Tavares Borges" userId="6e3dadd9cfe3127a" providerId="Windows Live" clId="Web-{4E6DB592-24DB-1A37-87DF-C02603DAC75F}" dt="2026-05-10T14:04:02.741" v="164" actId="1076"/>
          <ac:spMkLst>
            <pc:docMk/>
            <pc:sldMk cId="1715188146" sldId="363"/>
            <ac:spMk id="6" creationId="{3CB1B9B2-99B2-8BD4-6D80-6B145A439012}"/>
          </ac:spMkLst>
        </pc:spChg>
        <pc:spChg chg="mod">
          <ac:chgData name="João Paulo Tavares Borges" userId="6e3dadd9cfe3127a" providerId="Windows Live" clId="Web-{4E6DB592-24DB-1A37-87DF-C02603DAC75F}" dt="2026-05-10T14:04:02.741" v="165" actId="1076"/>
          <ac:spMkLst>
            <pc:docMk/>
            <pc:sldMk cId="1715188146" sldId="363"/>
            <ac:spMk id="7" creationId="{10A49159-730E-DFB8-622A-1193B123874C}"/>
          </ac:spMkLst>
        </pc:spChg>
        <pc:spChg chg="mod">
          <ac:chgData name="João Paulo Tavares Borges" userId="6e3dadd9cfe3127a" providerId="Windows Live" clId="Web-{4E6DB592-24DB-1A37-87DF-C02603DAC75F}" dt="2026-05-10T14:04:09.711" v="170" actId="1076"/>
          <ac:spMkLst>
            <pc:docMk/>
            <pc:sldMk cId="1715188146" sldId="363"/>
            <ac:spMk id="8" creationId="{8747D911-7351-9A63-D334-02BC88520C09}"/>
          </ac:spMkLst>
        </pc:spChg>
        <pc:spChg chg="mod">
          <ac:chgData name="João Paulo Tavares Borges" userId="6e3dadd9cfe3127a" providerId="Windows Live" clId="Web-{4E6DB592-24DB-1A37-87DF-C02603DAC75F}" dt="2026-05-10T14:04:09.726" v="171" actId="1076"/>
          <ac:spMkLst>
            <pc:docMk/>
            <pc:sldMk cId="1715188146" sldId="363"/>
            <ac:spMk id="10" creationId="{7055E754-6C23-C060-8BF5-7E8FA053B057}"/>
          </ac:spMkLst>
        </pc:spChg>
        <pc:spChg chg="mod">
          <ac:chgData name="João Paulo Tavares Borges" userId="6e3dadd9cfe3127a" providerId="Windows Live" clId="Web-{4E6DB592-24DB-1A37-87DF-C02603DAC75F}" dt="2026-05-10T14:04:02.757" v="166" actId="1076"/>
          <ac:spMkLst>
            <pc:docMk/>
            <pc:sldMk cId="1715188146" sldId="363"/>
            <ac:spMk id="11" creationId="{25F69423-0144-B32A-05BE-5F723250614F}"/>
          </ac:spMkLst>
        </pc:spChg>
        <pc:spChg chg="add mod">
          <ac:chgData name="João Paulo Tavares Borges" userId="6e3dadd9cfe3127a" providerId="Windows Live" clId="Web-{4E6DB592-24DB-1A37-87DF-C02603DAC75F}" dt="2026-05-10T14:03:33.239" v="145" actId="1076"/>
          <ac:spMkLst>
            <pc:docMk/>
            <pc:sldMk cId="1715188146" sldId="363"/>
            <ac:spMk id="12" creationId="{25E8A02C-1657-22B2-7DF2-A9C8C566B434}"/>
          </ac:spMkLst>
        </pc:spChg>
        <pc:spChg chg="mod">
          <ac:chgData name="João Paulo Tavares Borges" userId="6e3dadd9cfe3127a" providerId="Windows Live" clId="Web-{4E6DB592-24DB-1A37-87DF-C02603DAC75F}" dt="2026-05-10T14:04:09.711" v="168" actId="1076"/>
          <ac:spMkLst>
            <pc:docMk/>
            <pc:sldMk cId="1715188146" sldId="363"/>
            <ac:spMk id="36" creationId="{EDD96862-FB0B-98B1-5DCB-BB7BA2C52327}"/>
          </ac:spMkLst>
        </pc:spChg>
        <pc:spChg chg="mod">
          <ac:chgData name="João Paulo Tavares Borges" userId="6e3dadd9cfe3127a" providerId="Windows Live" clId="Web-{4E6DB592-24DB-1A37-87DF-C02603DAC75F}" dt="2026-05-10T14:04:09.711" v="169" actId="1076"/>
          <ac:spMkLst>
            <pc:docMk/>
            <pc:sldMk cId="1715188146" sldId="363"/>
            <ac:spMk id="37" creationId="{B5A98986-BCD6-B4F3-D8BC-60E2C32AB844}"/>
          </ac:spMkLst>
        </pc:spChg>
        <pc:picChg chg="mod">
          <ac:chgData name="João Paulo Tavares Borges" userId="6e3dadd9cfe3127a" providerId="Windows Live" clId="Web-{4E6DB592-24DB-1A37-87DF-C02603DAC75F}" dt="2026-05-10T14:04:02.726" v="163" actId="1076"/>
          <ac:picMkLst>
            <pc:docMk/>
            <pc:sldMk cId="1715188146" sldId="363"/>
            <ac:picMk id="4" creationId="{85221A55-0310-5F17-31DE-398152CEE91B}"/>
          </ac:picMkLst>
        </pc:picChg>
        <pc:picChg chg="mod">
          <ac:chgData name="João Paulo Tavares Borges" userId="6e3dadd9cfe3127a" providerId="Windows Live" clId="Web-{4E6DB592-24DB-1A37-87DF-C02603DAC75F}" dt="2026-05-10T14:04:02.710" v="160" actId="1076"/>
          <ac:picMkLst>
            <pc:docMk/>
            <pc:sldMk cId="1715188146" sldId="363"/>
            <ac:picMk id="21" creationId="{6F1EA921-1BD2-3CBE-39D5-083F364D1634}"/>
          </ac:picMkLst>
        </pc:picChg>
        <pc:picChg chg="mod">
          <ac:chgData name="João Paulo Tavares Borges" userId="6e3dadd9cfe3127a" providerId="Windows Live" clId="Web-{4E6DB592-24DB-1A37-87DF-C02603DAC75F}" dt="2026-05-10T14:04:09.695" v="167" actId="1076"/>
          <ac:picMkLst>
            <pc:docMk/>
            <pc:sldMk cId="1715188146" sldId="363"/>
            <ac:picMk id="34" creationId="{B584D691-E7E9-FFA4-0285-C58CDD891B85}"/>
          </ac:picMkLst>
        </pc:picChg>
      </pc:sldChg>
      <pc:sldChg chg="addSp delSp modSp">
        <pc:chgData name="João Paulo Tavares Borges" userId="6e3dadd9cfe3127a" providerId="Windows Live" clId="Web-{4E6DB592-24DB-1A37-87DF-C02603DAC75F}" dt="2026-05-10T14:13:46.890" v="172"/>
        <pc:sldMkLst>
          <pc:docMk/>
          <pc:sldMk cId="2594887668" sldId="365"/>
        </pc:sldMkLst>
      </pc:sldChg>
      <pc:sldChg chg="addSp delSp modSp">
        <pc:chgData name="João Paulo Tavares Borges" userId="6e3dadd9cfe3127a" providerId="Windows Live" clId="Web-{4E6DB592-24DB-1A37-87DF-C02603DAC75F}" dt="2026-05-10T13:55:12.519" v="92" actId="1076"/>
        <pc:sldMkLst>
          <pc:docMk/>
          <pc:sldMk cId="570633284" sldId="367"/>
        </pc:sldMkLst>
        <pc:spChg chg="add del">
          <ac:chgData name="João Paulo Tavares Borges" userId="6e3dadd9cfe3127a" providerId="Windows Live" clId="Web-{4E6DB592-24DB-1A37-87DF-C02603DAC75F}" dt="2026-05-10T13:53:13.276" v="78"/>
          <ac:spMkLst>
            <pc:docMk/>
            <pc:sldMk cId="570633284" sldId="367"/>
            <ac:spMk id="3" creationId="{8B92B9F9-90B0-D98C-6655-F5A2D23A7E08}"/>
          </ac:spMkLst>
        </pc:spChg>
        <pc:spChg chg="add">
          <ac:chgData name="João Paulo Tavares Borges" userId="6e3dadd9cfe3127a" providerId="Windows Live" clId="Web-{4E6DB592-24DB-1A37-87DF-C02603DAC75F}" dt="2026-05-10T13:53:08.479" v="76"/>
          <ac:spMkLst>
            <pc:docMk/>
            <pc:sldMk cId="570633284" sldId="367"/>
            <ac:spMk id="10" creationId="{8BAF2EF4-C351-5F74-FC3F-0B081369C855}"/>
          </ac:spMkLst>
        </pc:spChg>
        <pc:picChg chg="add mod modCrop">
          <ac:chgData name="João Paulo Tavares Borges" userId="6e3dadd9cfe3127a" providerId="Windows Live" clId="Web-{4E6DB592-24DB-1A37-87DF-C02603DAC75F}" dt="2026-05-10T13:53:34.778" v="81" actId="14100"/>
          <ac:picMkLst>
            <pc:docMk/>
            <pc:sldMk cId="570633284" sldId="367"/>
            <ac:picMk id="2" creationId="{6E9E3E3A-9C81-806C-EFA6-1BB57B636909}"/>
          </ac:picMkLst>
        </pc:picChg>
        <pc:picChg chg="add mod modCrop">
          <ac:chgData name="João Paulo Tavares Borges" userId="6e3dadd9cfe3127a" providerId="Windows Live" clId="Web-{4E6DB592-24DB-1A37-87DF-C02603DAC75F}" dt="2026-05-10T13:53:01.651" v="74" actId="1076"/>
          <ac:picMkLst>
            <pc:docMk/>
            <pc:sldMk cId="570633284" sldId="367"/>
            <ac:picMk id="4" creationId="{ED70521C-DD3C-2E55-0ADF-899ECBEDD0F8}"/>
          </ac:picMkLst>
        </pc:picChg>
        <pc:picChg chg="add mod">
          <ac:chgData name="João Paulo Tavares Borges" userId="6e3dadd9cfe3127a" providerId="Windows Live" clId="Web-{4E6DB592-24DB-1A37-87DF-C02603DAC75F}" dt="2026-05-10T13:55:12.519" v="92" actId="1076"/>
          <ac:picMkLst>
            <pc:docMk/>
            <pc:sldMk cId="570633284" sldId="367"/>
            <ac:picMk id="5" creationId="{66939801-7832-0560-FDBB-4BBDA15FF035}"/>
          </ac:picMkLst>
        </pc:picChg>
        <pc:picChg chg="add mod">
          <ac:chgData name="João Paulo Tavares Borges" userId="6e3dadd9cfe3127a" providerId="Windows Live" clId="Web-{4E6DB592-24DB-1A37-87DF-C02603DAC75F}" dt="2026-05-10T13:55:10.425" v="91" actId="1076"/>
          <ac:picMkLst>
            <pc:docMk/>
            <pc:sldMk cId="570633284" sldId="367"/>
            <ac:picMk id="11" creationId="{E522E7EA-FD4A-E448-47C8-D17016AA2092}"/>
          </ac:picMkLst>
        </pc:picChg>
      </pc:sldChg>
    </pc:docChg>
  </pc:docChgLst>
</pc:chgInfo>
</file>

<file path=ppt/comments/modernComment_16D_9AAAD7F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43EB5B-1A60-45C4-A7F3-B5168D756AE8}" authorId="{3F85C41C-DF4F-56C1-1D90-EBFF7D5BBAE8}" status="resolved" created="2026-05-12T11:44:49.779" complete="100000">
    <pc:sldMkLst xmlns:pc="http://schemas.microsoft.com/office/powerpoint/2013/main/command">
      <pc:docMk/>
      <pc:sldMk cId="2594887668" sldId="365"/>
    </pc:sldMkLst>
    <p188:txBody>
      <a:bodyPr/>
      <a:lstStyle/>
      <a:p>
        <a:r>
          <a:rPr lang="pt-BR"/>
          <a:t>Could change the roc of x2(t) to not include jw axis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5-12T14:23:14.179" authorId="{3F85C41C-DF4F-56C1-1D90-EBFF7D5BBAE8}"/>
          </p223:rxn>
        </p223:reaction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A67C47-2838-4CA3-9C8E-1307A3F7986A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25B364-B1F4-486B-9CE8-2ADBE9897E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1420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9695dd3e5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" name="Google Shape;32;g39695dd3e5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/>
          </a:p>
        </p:txBody>
      </p:sp>
      <p:sp>
        <p:nvSpPr>
          <p:cNvPr id="33" name="Google Shape;33;g39695dd3e52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6F09E2A5-E782-EB0C-DE53-A6E4FDF3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5F0E610E-2F06-226E-369F-D7E526E8BE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72590296-AB2F-725B-0AB9-7BD364BDB3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9848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C621D2EE-CD38-638A-560B-7A53411F8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EA2525C2-44F6-49A8-C1E6-A7F0CDB132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41DAB51B-C784-7629-4181-9798F79930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790962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18D71E88-EDAF-E0BF-D15B-ACFADCC2C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9FD39F46-A6A5-20CE-10D8-67A7E92A25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A4D19ECF-A002-E135-4463-6952448162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595887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6E732526-3195-0B55-2838-25EE7CB81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DE01CE28-F4F4-2F90-6809-F14DC921BB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5EF5FD72-7D00-DD5C-7055-69C6512827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64908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31D077BF-64E3-A0EA-3BA7-DE71E9C95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053CF547-4DB9-2BD6-71E1-BB04397A04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0BDF18EC-323B-047D-7857-27A9F8E9F9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637392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38312163-5E4E-3DCE-2B10-2DE223B3C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71B12553-89AE-F78F-967F-36C65717D3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D86011E7-0515-4F84-FE92-7EECF8A673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774997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3A14C17F-5005-2348-3417-FB9D86B86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5E6D4DC5-A307-E8CB-E688-AC72A074DD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2B2F7FCC-C48E-12B8-B749-51A67957DE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734047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66F54118-3CE9-C0E4-5F48-140C9F872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92D1C613-BC9A-88FC-5A04-7F81D0C204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7CE4F881-A41E-C590-C4CB-4FFC69FE7F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93337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258D015C-8F65-0921-E4C0-650266483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8984FA72-57CF-0D11-F71A-DB689F602C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552637AB-AC25-A381-62F6-E3AD6FAF78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031227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>
          <a:extLst>
            <a:ext uri="{FF2B5EF4-FFF2-40B4-BE49-F238E27FC236}">
              <a16:creationId xmlns:a16="http://schemas.microsoft.com/office/drawing/2014/main" id="{2592838A-BCA9-C802-768A-618625EC2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9695dd3e52_0_21:notes">
            <a:extLst>
              <a:ext uri="{FF2B5EF4-FFF2-40B4-BE49-F238E27FC236}">
                <a16:creationId xmlns:a16="http://schemas.microsoft.com/office/drawing/2014/main" id="{680EB454-1AC2-FCB7-67FB-52E0DB97A8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" name="Google Shape;32;g39695dd3e52_0_21:notes">
            <a:extLst>
              <a:ext uri="{FF2B5EF4-FFF2-40B4-BE49-F238E27FC236}">
                <a16:creationId xmlns:a16="http://schemas.microsoft.com/office/drawing/2014/main" id="{47705A17-3D14-F5AE-D0DF-778CB7F91D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g39695dd3e52_0_21:notes">
            <a:extLst>
              <a:ext uri="{FF2B5EF4-FFF2-40B4-BE49-F238E27FC236}">
                <a16:creationId xmlns:a16="http://schemas.microsoft.com/office/drawing/2014/main" id="{6020BFE8-9CF4-5133-7E9A-EAECCDAADE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7928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fld id="{27373369-6457-47B7-BA3E-401B3A7E906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1475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610600" y="6356349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27373369-6457-47B7-BA3E-401B3A7E906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8200" y="6356391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6593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fld id="{27373369-6457-47B7-BA3E-401B3A7E906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533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3369-6457-47B7-BA3E-401B3A7E906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F81B075-AB75-D145-BDC3-C6F54BCBBF93}"/>
              </a:ext>
            </a:extLst>
          </p:cNvPr>
          <p:cNvSpPr/>
          <p:nvPr/>
        </p:nvSpPr>
        <p:spPr>
          <a:xfrm>
            <a:off x="775063" y="1741715"/>
            <a:ext cx="5319414" cy="4519748"/>
          </a:xfrm>
          <a:prstGeom prst="rect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7646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3369-6457-47B7-BA3E-401B3A7E906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304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fld id="{27373369-6457-47B7-BA3E-401B3A7E906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38200" y="6356349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8593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3369-6457-47B7-BA3E-401B3A7E906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0283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3369-6457-47B7-BA3E-401B3A7E906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25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3369-6457-47B7-BA3E-401B3A7E906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5665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3369-6457-47B7-BA3E-401B3A7E906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410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3369-6457-47B7-BA3E-401B3A7E906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59513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610600" y="6356349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BD419854-2407-4A90-B8AA-05EBE910862A}" type="datetime1">
              <a:rPr lang="pt-BR" smtClean="0">
                <a:solidFill>
                  <a:srgbClr val="4285F4">
                    <a:tint val="75000"/>
                  </a:srgbClr>
                </a:solidFill>
              </a:rPr>
              <a:t>13/05/2026</a:t>
            </a:fld>
            <a:endParaRPr lang="pt-BR">
              <a:solidFill>
                <a:srgbClr val="4285F4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srgbClr val="4285F4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8200" y="6356391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D58DC4E0-510A-4CE8-BAC1-E31DDE1D53C8}" type="slidenum">
              <a:rPr lang="pt-BR" smtClean="0">
                <a:solidFill>
                  <a:srgbClr val="4285F4">
                    <a:tint val="75000"/>
                  </a:srgbClr>
                </a:solidFill>
              </a:rPr>
              <a:pPr/>
              <a:t>‹nº›</a:t>
            </a:fld>
            <a:endParaRPr lang="pt-BR">
              <a:solidFill>
                <a:srgbClr val="4285F4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9335693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3749C-2957-4EA2-823B-88F9FA922164}" type="datetime1">
              <a:rPr lang="pt-BR" smtClean="0">
                <a:solidFill>
                  <a:srgbClr val="4285F4">
                    <a:tint val="75000"/>
                  </a:srgbClr>
                </a:solidFill>
              </a:rPr>
              <a:t>13/05/2026</a:t>
            </a:fld>
            <a:endParaRPr lang="pt-BR">
              <a:solidFill>
                <a:srgbClr val="4285F4">
                  <a:tint val="75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srgbClr val="4285F4">
                  <a:tint val="75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DC4E0-510A-4CE8-BAC1-E31DDE1D53C8}" type="slidenum">
              <a:rPr lang="pt-BR" smtClean="0">
                <a:solidFill>
                  <a:srgbClr val="4285F4">
                    <a:tint val="75000"/>
                  </a:srgbClr>
                </a:solidFill>
              </a:rPr>
              <a:pPr/>
              <a:t>‹nº›</a:t>
            </a:fld>
            <a:endParaRPr lang="pt-BR">
              <a:solidFill>
                <a:srgbClr val="4285F4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7470147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03721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e conteúdo" type="obj">
  <p:cSld name="1_Título e conteúdo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91440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8610600" y="6356349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38200" y="635639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4392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035" y="1178612"/>
            <a:ext cx="6069010" cy="606901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144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fld id="{27373369-6457-47B7-BA3E-401B3A7E906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28" y="367999"/>
            <a:ext cx="1216572" cy="1390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81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5"/>
        </a:buBlip>
        <a:defRPr sz="2800" kern="1200">
          <a:solidFill>
            <a:schemeClr val="bg2">
              <a:lumMod val="25000"/>
            </a:schemeClr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5"/>
        </a:buBlip>
        <a:defRPr sz="2400" kern="1200">
          <a:solidFill>
            <a:schemeClr val="bg2">
              <a:lumMod val="25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5"/>
        </a:buBlip>
        <a:defRPr sz="2000" kern="1200">
          <a:solidFill>
            <a:schemeClr val="bg2">
              <a:lumMod val="25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5"/>
        </a:buBlip>
        <a:defRPr sz="1800" kern="1200">
          <a:solidFill>
            <a:schemeClr val="bg2">
              <a:lumMod val="25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5"/>
        </a:buBlip>
        <a:defRPr sz="1800" kern="1200">
          <a:solidFill>
            <a:schemeClr val="bg2">
              <a:lumMod val="25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035" y="1178612"/>
            <a:ext cx="6069010" cy="606901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144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2FDF9-3C59-462F-92FA-FBEEAE4E9463}" type="datetime1">
              <a:rPr lang="pt-BR" smtClean="0">
                <a:solidFill>
                  <a:srgbClr val="4285F4">
                    <a:tint val="75000"/>
                  </a:srgbClr>
                </a:solidFill>
              </a:rPr>
              <a:t>13/05/2026</a:t>
            </a:fld>
            <a:endParaRPr lang="pt-BR">
              <a:solidFill>
                <a:srgbClr val="4285F4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>
              <a:solidFill>
                <a:srgbClr val="4285F4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DC4E0-510A-4CE8-BAC1-E31DDE1D53C8}" type="slidenum">
              <a:rPr lang="pt-BR" smtClean="0">
                <a:solidFill>
                  <a:srgbClr val="4285F4">
                    <a:tint val="75000"/>
                  </a:srgbClr>
                </a:solidFill>
              </a:rPr>
              <a:pPr/>
              <a:t>‹nº›</a:t>
            </a:fld>
            <a:endParaRPr lang="pt-BR">
              <a:solidFill>
                <a:srgbClr val="4285F4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295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5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5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5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5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0035" y="1178612"/>
            <a:ext cx="6069011" cy="606901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91440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27373369-6457-47B7-BA3E-401B3A7E906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10" name="Google Shape;10;p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439640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microsoft.com/office/2018/10/relationships/comments" Target="../comments/modernComment_16D_9AAAD7F4.xml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ctrTitle"/>
          </p:nvPr>
        </p:nvSpPr>
        <p:spPr>
          <a:xfrm>
            <a:off x="889581" y="1047648"/>
            <a:ext cx="10531200" cy="3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b" anchorCtr="0">
            <a:normAutofit fontScale="90000"/>
          </a:bodyPr>
          <a:lstStyle/>
          <a:p>
            <a:pPr>
              <a:buClr>
                <a:schemeClr val="accent6"/>
              </a:buClr>
              <a:buSzPct val="100000"/>
            </a:pPr>
            <a:br>
              <a:rPr lang="en-US" sz="4800" noProof="0"/>
            </a:br>
            <a:r>
              <a:rPr lang="en-US" sz="5850" noProof="0">
                <a:solidFill>
                  <a:schemeClr val="accent6"/>
                </a:solidFill>
              </a:rPr>
              <a:t>Digital Signal Processing</a:t>
            </a:r>
            <a:br>
              <a:rPr lang="en-US" sz="5850" noProof="0"/>
            </a:br>
            <a:br>
              <a:rPr lang="en-US" sz="4800" noProof="0"/>
            </a:br>
            <a:r>
              <a:rPr lang="en-US" sz="4800" noProof="0">
                <a:solidFill>
                  <a:schemeClr val="accent6"/>
                </a:solidFill>
              </a:rPr>
              <a:t>Laplace and Z Transforms</a:t>
            </a:r>
            <a:br>
              <a:rPr lang="en-US" sz="4800" noProof="0"/>
            </a:br>
            <a:endParaRPr lang="en-US" noProof="0">
              <a:solidFill>
                <a:schemeClr val="accent6"/>
              </a:solidFill>
            </a:endParaRPr>
          </a:p>
        </p:txBody>
      </p:sp>
      <p:sp>
        <p:nvSpPr>
          <p:cNvPr id="36" name="Google Shape;36;p6"/>
          <p:cNvSpPr txBox="1">
            <a:spLocks noGrp="1"/>
          </p:cNvSpPr>
          <p:nvPr>
            <p:ph type="subTitle" idx="1"/>
          </p:nvPr>
        </p:nvSpPr>
        <p:spPr>
          <a:xfrm>
            <a:off x="1419013" y="4842880"/>
            <a:ext cx="9472400" cy="12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rm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Clr>
                <a:srgbClr val="0C5ADB"/>
              </a:buClr>
              <a:buSzPts val="2100"/>
            </a:pPr>
            <a:r>
              <a:rPr lang="en-US" sz="2800" b="1" noProof="0">
                <a:solidFill>
                  <a:srgbClr val="0C5ADB"/>
                </a:solidFill>
              </a:rPr>
              <a:t>Prof. Aldebaro Klautau.</a:t>
            </a:r>
            <a:br>
              <a:rPr lang="en-US" sz="2800" b="1" noProof="0"/>
            </a:br>
            <a:r>
              <a:rPr lang="en-US" sz="2800" b="1" noProof="0">
                <a:solidFill>
                  <a:srgbClr val="0C5ADB"/>
                </a:solidFill>
              </a:rPr>
              <a:t>Federal University of Pará (UFPA)</a:t>
            </a:r>
            <a:endParaRPr lang="en-US" noProof="0"/>
          </a:p>
        </p:txBody>
      </p:sp>
      <p:sp>
        <p:nvSpPr>
          <p:cNvPr id="37" name="Google Shape;37;p6"/>
          <p:cNvSpPr txBox="1"/>
          <p:nvPr/>
        </p:nvSpPr>
        <p:spPr>
          <a:xfrm>
            <a:off x="1315311" y="5882400"/>
            <a:ext cx="9680000" cy="9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rmAutofit/>
          </a:bodyPr>
          <a:lstStyle/>
          <a:p>
            <a:pPr algn="ctr">
              <a:lnSpc>
                <a:spcPct val="90000"/>
              </a:lnSpc>
              <a:buClr>
                <a:srgbClr val="0C5ADB"/>
              </a:buClr>
              <a:buSzPts val="2100"/>
            </a:pPr>
            <a:r>
              <a:rPr lang="en-US" sz="2800" noProof="0">
                <a:solidFill>
                  <a:srgbClr val="0C5ADB"/>
                </a:solidFill>
                <a:latin typeface="Calibri"/>
                <a:ea typeface="Calibri"/>
                <a:cs typeface="Calibri"/>
                <a:sym typeface="Calibri"/>
              </a:rPr>
              <a:t>www.lasse.ufpa.br   &amp;   www.ppgee.ufpa.br</a:t>
            </a:r>
            <a:endParaRPr lang="en-US" sz="2400" noProof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7549D744-FC24-FDA2-28A4-7E6CFB501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tângulo: Cantos Arredondados 20">
                <a:extLst>
                  <a:ext uri="{FF2B5EF4-FFF2-40B4-BE49-F238E27FC236}">
                    <a16:creationId xmlns:a16="http://schemas.microsoft.com/office/drawing/2014/main" id="{A5B99F40-E175-E33B-8732-36468BD7CB61}"/>
                  </a:ext>
                </a:extLst>
              </p:cNvPr>
              <p:cNvSpPr/>
              <p:nvPr/>
            </p:nvSpPr>
            <p:spPr>
              <a:xfrm>
                <a:off x="4186206" y="5773823"/>
                <a:ext cx="1913099" cy="771305"/>
              </a:xfrm>
              <a:prstGeom prst="round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36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p>
                        <m:sSupPr>
                          <m:ctrlPr>
                            <a:rPr lang="en-US" sz="36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6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6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36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sz="3600" noProof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Retângulo: Cantos Arredondados 20">
                <a:extLst>
                  <a:ext uri="{FF2B5EF4-FFF2-40B4-BE49-F238E27FC236}">
                    <a16:creationId xmlns:a16="http://schemas.microsoft.com/office/drawing/2014/main" id="{A5B99F40-E175-E33B-8732-36468BD7CB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206" y="5773823"/>
                <a:ext cx="1913099" cy="77130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Google Shape;98;p4">
            <a:extLst>
              <a:ext uri="{FF2B5EF4-FFF2-40B4-BE49-F238E27FC236}">
                <a16:creationId xmlns:a16="http://schemas.microsoft.com/office/drawing/2014/main" id="{2474B5E3-8068-7AC8-67B0-608FC08FE3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9" y="492755"/>
            <a:ext cx="8550353" cy="73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/>
              <a:t>Motivation to Laplace transform</a:t>
            </a:r>
          </a:p>
        </p:txBody>
      </p:sp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06A0EFA1-2974-8706-E2B4-9A4432E7F4DD}"/>
              </a:ext>
            </a:extLst>
          </p:cNvPr>
          <p:cNvSpPr txBox="1"/>
          <p:nvPr/>
        </p:nvSpPr>
        <p:spPr bwMode="auto">
          <a:xfrm>
            <a:off x="0" y="0"/>
            <a:ext cx="12192000" cy="486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700" b="1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Laplace and Z Transforms</a:t>
            </a:r>
            <a:endParaRPr lang="en-US" b="1" noProof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7972AD51-A792-D20B-2546-BC7E2EC208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2</a:t>
            </a:fld>
            <a:endParaRPr lang="en-US" noProof="0">
              <a:solidFill>
                <a:schemeClr val="lt1"/>
              </a:solidFill>
            </a:endParaRPr>
          </a:p>
        </p:txBody>
      </p:sp>
      <p:sp>
        <p:nvSpPr>
          <p:cNvPr id="4" name="Retângulo: Cantos Arredondados 1">
            <a:extLst>
              <a:ext uri="{FF2B5EF4-FFF2-40B4-BE49-F238E27FC236}">
                <a16:creationId xmlns:a16="http://schemas.microsoft.com/office/drawing/2014/main" id="{47D527AD-2B3B-1657-3C09-879A3BB3F91E}"/>
              </a:ext>
            </a:extLst>
          </p:cNvPr>
          <p:cNvSpPr/>
          <p:nvPr/>
        </p:nvSpPr>
        <p:spPr>
          <a:xfrm>
            <a:off x="1703077" y="1338151"/>
            <a:ext cx="8785847" cy="654135"/>
          </a:xfrm>
          <a:prstGeom prst="roundRect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noProof="0">
                <a:solidFill>
                  <a:schemeClr val="bg1"/>
                </a:solidFill>
                <a:latin typeface="+mj-lt"/>
                <a:ea typeface="Calibri"/>
                <a:cs typeface="Calibri"/>
              </a:rPr>
              <a:t>Not every signal has representation via Fourier analysis</a:t>
            </a:r>
            <a:endParaRPr lang="en-US" sz="1100" b="1" noProof="0">
              <a:solidFill>
                <a:schemeClr val="bg1"/>
              </a:solidFill>
              <a:latin typeface="+mj-lt"/>
              <a:ea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tângulo: Cantos Arredondados 1">
                <a:extLst>
                  <a:ext uri="{FF2B5EF4-FFF2-40B4-BE49-F238E27FC236}">
                    <a16:creationId xmlns:a16="http://schemas.microsoft.com/office/drawing/2014/main" id="{70DAE01D-B345-435B-2CB5-2C2A3E43D981}"/>
                  </a:ext>
                </a:extLst>
              </p:cNvPr>
              <p:cNvSpPr/>
              <p:nvPr/>
            </p:nvSpPr>
            <p:spPr>
              <a:xfrm>
                <a:off x="860899" y="3298059"/>
                <a:ext cx="10470202" cy="1078547"/>
              </a:xfrm>
              <a:prstGeom prst="roundRect">
                <a:avLst/>
              </a:prstGeom>
              <a:solidFill>
                <a:schemeClr val="accent3"/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2400" b="1" noProof="0">
                    <a:solidFill>
                      <a:schemeClr val="bg1"/>
                    </a:solidFill>
                    <a:ea typeface="Calibri"/>
                    <a:cs typeface="Calibri"/>
                  </a:rPr>
                  <a:t>This can be circumvented by a trick which is </a:t>
                </a:r>
                <a:r>
                  <a:rPr lang="en-US" sz="2400" b="1" u="sng" noProof="0">
                    <a:solidFill>
                      <a:schemeClr val="bg1"/>
                    </a:solidFill>
                    <a:ea typeface="Calibri"/>
                    <a:cs typeface="Calibri"/>
                  </a:rPr>
                  <a:t>pre-multiplying</a:t>
                </a:r>
                <a:r>
                  <a:rPr lang="en-US" sz="2400" b="1" noProof="0">
                    <a:solidFill>
                      <a:schemeClr val="bg1"/>
                    </a:solidFill>
                    <a:ea typeface="Calibri"/>
                    <a:cs typeface="Calibri"/>
                  </a:rPr>
                  <a:t> the input signal 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𝒙</m:t>
                    </m:r>
                    <m:r>
                      <a:rPr lang="en-US" sz="2400" b="1" i="1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(</m:t>
                    </m:r>
                    <m:r>
                      <a:rPr lang="en-US" sz="2400" b="1" i="1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𝒕</m:t>
                    </m:r>
                    <m:r>
                      <a:rPr lang="en-US" sz="2400" b="1" i="1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)</m:t>
                    </m:r>
                  </m:oMath>
                </a14:m>
                <a:r>
                  <a:rPr lang="en-US" sz="2400" b="1" noProof="0">
                    <a:solidFill>
                      <a:schemeClr val="bg1"/>
                    </a:solidFill>
                    <a:ea typeface="Calibri"/>
                    <a:cs typeface="Calibri"/>
                  </a:rPr>
                  <a:t> </a:t>
                </a:r>
                <a:r>
                  <a:rPr lang="en-US" sz="2400" b="1" u="sng" noProof="0">
                    <a:solidFill>
                      <a:schemeClr val="bg1"/>
                    </a:solidFill>
                    <a:ea typeface="Calibri"/>
                    <a:cs typeface="Calibri"/>
                  </a:rPr>
                  <a:t>by an exponential</a:t>
                </a:r>
                <a:r>
                  <a:rPr lang="en-US" sz="2400" b="1" noProof="0">
                    <a:solidFill>
                      <a:schemeClr val="bg1"/>
                    </a:solidFill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pPr>
                      <m:e>
                        <m:r>
                          <a:rPr lang="en-US" sz="2400" b="1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𝒆</m:t>
                        </m:r>
                      </m:e>
                      <m:sup>
                        <m:r>
                          <a:rPr lang="en-US" sz="2400" b="1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−</m:t>
                        </m:r>
                        <m:r>
                          <a:rPr lang="en-US" sz="2400" b="1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𝝈</m:t>
                        </m:r>
                        <m:r>
                          <a:rPr lang="en-US" sz="2400" b="1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𝒕</m:t>
                        </m:r>
                      </m:sup>
                    </m:sSup>
                  </m:oMath>
                </a14:m>
                <a:r>
                  <a:rPr lang="pt-BR" sz="2400" b="1" i="0" noProof="0">
                    <a:solidFill>
                      <a:schemeClr val="bg1"/>
                    </a:solidFill>
                    <a:latin typeface="+mj-lt"/>
                    <a:ea typeface="Calibri"/>
                    <a:cs typeface="Calibri"/>
                  </a:rPr>
                  <a:t> obtaining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𝒙</m:t>
                    </m:r>
                    <m:d>
                      <m:dPr>
                        <m:ctrlPr>
                          <a:rPr lang="en-US" sz="2400" b="1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dPr>
                      <m:e>
                        <m:r>
                          <a:rPr lang="en-US" sz="2400" b="1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𝒕</m:t>
                        </m:r>
                      </m:e>
                    </m:d>
                    <m:sSup>
                      <m:sSupPr>
                        <m:ctrlPr>
                          <a:rPr lang="en-US" sz="2400" b="1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pPr>
                      <m:e>
                        <m:r>
                          <a:rPr lang="en-US" sz="2400" b="1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𝒆</m:t>
                        </m:r>
                      </m:e>
                      <m:sup>
                        <m:r>
                          <a:rPr lang="en-US" sz="2400" b="1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−</m:t>
                        </m:r>
                        <m:r>
                          <a:rPr lang="en-US" sz="2400" b="1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𝝈</m:t>
                        </m:r>
                        <m:r>
                          <a:rPr lang="en-US" sz="2400" b="1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𝒕</m:t>
                        </m:r>
                      </m:sup>
                    </m:sSup>
                  </m:oMath>
                </a14:m>
                <a:endParaRPr lang="en-US" sz="2400" b="1" baseline="30000" noProof="0">
                  <a:solidFill>
                    <a:schemeClr val="bg1"/>
                  </a:solidFill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19" name="Retângulo: Cantos Arredondados 1">
                <a:extLst>
                  <a:ext uri="{FF2B5EF4-FFF2-40B4-BE49-F238E27FC236}">
                    <a16:creationId xmlns:a16="http://schemas.microsoft.com/office/drawing/2014/main" id="{70DAE01D-B345-435B-2CB5-2C2A3E43D9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899" y="3298059"/>
                <a:ext cx="10470202" cy="1078547"/>
              </a:xfrm>
              <a:prstGeom prst="roundRect">
                <a:avLst/>
              </a:prstGeom>
              <a:blipFill>
                <a:blip r:embed="rId4"/>
                <a:stretch>
                  <a:fillRect l="-58" r="-757" b="-1695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tângulo: Cantos Arredondados 1">
                <a:extLst>
                  <a:ext uri="{FF2B5EF4-FFF2-40B4-BE49-F238E27FC236}">
                    <a16:creationId xmlns:a16="http://schemas.microsoft.com/office/drawing/2014/main" id="{A4913101-69C4-E5C1-E741-4BAA8CBDF5CF}"/>
                  </a:ext>
                </a:extLst>
              </p:cNvPr>
              <p:cNvSpPr/>
              <p:nvPr/>
            </p:nvSpPr>
            <p:spPr>
              <a:xfrm>
                <a:off x="377739" y="5648474"/>
                <a:ext cx="2845963" cy="647227"/>
              </a:xfrm>
              <a:prstGeom prst="roundRect">
                <a:avLst/>
              </a:prstGeom>
              <a:solidFill>
                <a:schemeClr val="accent2"/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𝒙</m:t>
                      </m:r>
                      <m:d>
                        <m:dPr>
                          <m:ctrlPr>
                            <a:rPr lang="en-US" sz="28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dPr>
                        <m:e>
                          <m:r>
                            <a:rPr lang="en-US" sz="28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𝒕</m:t>
                          </m:r>
                        </m:e>
                      </m:d>
                      <m:r>
                        <a:rPr lang="en-US" sz="28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=</m:t>
                      </m:r>
                      <m:sSup>
                        <m:sSupPr>
                          <m:ctrlPr>
                            <a:rPr lang="en-US" sz="28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sSupPr>
                        <m:e>
                          <m:r>
                            <a:rPr lang="en-US" sz="28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𝒆</m:t>
                          </m:r>
                        </m:e>
                        <m:sup>
                          <m:r>
                            <a:rPr lang="en-US" sz="28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𝟑</m:t>
                          </m:r>
                          <m:r>
                            <a:rPr lang="en-US" sz="28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𝒕</m:t>
                          </m:r>
                        </m:sup>
                      </m:sSup>
                      <m:r>
                        <a:rPr lang="en-US" sz="28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𝒖</m:t>
                      </m:r>
                      <m:r>
                        <a:rPr lang="en-US" sz="28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(</m:t>
                      </m:r>
                      <m:r>
                        <a:rPr lang="en-US" sz="28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𝒕</m:t>
                      </m:r>
                      <m:r>
                        <a:rPr lang="en-US" sz="28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)</m:t>
                      </m:r>
                    </m:oMath>
                  </m:oMathPara>
                </a14:m>
                <a:endParaRPr lang="en-US" sz="2800" b="1" noProof="0">
                  <a:solidFill>
                    <a:schemeClr val="bg1"/>
                  </a:solidFill>
                  <a:latin typeface="Calibri"/>
                  <a:ea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3" name="Retângulo: Cantos Arredondados 1">
                <a:extLst>
                  <a:ext uri="{FF2B5EF4-FFF2-40B4-BE49-F238E27FC236}">
                    <a16:creationId xmlns:a16="http://schemas.microsoft.com/office/drawing/2014/main" id="{A4913101-69C4-E5C1-E741-4BAA8CBDF5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739" y="5648474"/>
                <a:ext cx="2845963" cy="647227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FC0B2FC3-CF30-897F-78C4-5D542B2C34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0870" y="2248288"/>
            <a:ext cx="3332601" cy="73501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D6CB5D0-95B7-405B-D793-488C389DEA16}"/>
              </a:ext>
            </a:extLst>
          </p:cNvPr>
          <p:cNvCxnSpPr>
            <a:cxnSpLocks/>
          </p:cNvCxnSpPr>
          <p:nvPr/>
        </p:nvCxnSpPr>
        <p:spPr>
          <a:xfrm flipV="1">
            <a:off x="4749088" y="2579234"/>
            <a:ext cx="801829" cy="5042"/>
          </a:xfrm>
          <a:prstGeom prst="straightConnector1">
            <a:avLst/>
          </a:prstGeom>
          <a:ln w="57150">
            <a:solidFill>
              <a:schemeClr val="tx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1297194-B74D-D546-37BA-22A05FEE7C62}"/>
              </a:ext>
            </a:extLst>
          </p:cNvPr>
          <p:cNvSpPr txBox="1"/>
          <p:nvPr/>
        </p:nvSpPr>
        <p:spPr>
          <a:xfrm>
            <a:off x="5465831" y="2014240"/>
            <a:ext cx="2619811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noProof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</a:rPr>
              <a:t>Integral does not converge</a:t>
            </a:r>
            <a:endParaRPr lang="en-US" sz="1400" noProof="0">
              <a:solidFill>
                <a:schemeClr val="tx2">
                  <a:lumMod val="10000"/>
                </a:schemeClr>
              </a:solidFill>
              <a:cs typeface="Arial"/>
            </a:endParaRPr>
          </a:p>
        </p:txBody>
      </p:sp>
      <p:sp>
        <p:nvSpPr>
          <p:cNvPr id="17" name="Equals 16">
            <a:extLst>
              <a:ext uri="{FF2B5EF4-FFF2-40B4-BE49-F238E27FC236}">
                <a16:creationId xmlns:a16="http://schemas.microsoft.com/office/drawing/2014/main" id="{A12CD2F5-2978-2AA1-9E2D-267B5F312916}"/>
              </a:ext>
            </a:extLst>
          </p:cNvPr>
          <p:cNvSpPr/>
          <p:nvPr/>
        </p:nvSpPr>
        <p:spPr>
          <a:xfrm>
            <a:off x="8077312" y="2371250"/>
            <a:ext cx="713578" cy="398393"/>
          </a:xfrm>
          <a:prstGeom prst="mathEqual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E8637D-E462-B326-80DE-737F7259B825}"/>
              </a:ext>
            </a:extLst>
          </p:cNvPr>
          <p:cNvSpPr txBox="1"/>
          <p:nvPr/>
        </p:nvSpPr>
        <p:spPr>
          <a:xfrm>
            <a:off x="8837133" y="2077184"/>
            <a:ext cx="2013997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noProof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</a:rPr>
              <a:t>No Fourier transform</a:t>
            </a:r>
            <a:endParaRPr lang="en-US" sz="1400" noProof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7EC11F-D11F-E679-5ACC-FF901D0B198B}"/>
              </a:ext>
            </a:extLst>
          </p:cNvPr>
          <p:cNvSpPr txBox="1"/>
          <p:nvPr/>
        </p:nvSpPr>
        <p:spPr>
          <a:xfrm>
            <a:off x="302177" y="4635864"/>
            <a:ext cx="298761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noProof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</a:rPr>
              <a:t>Example:</a:t>
            </a:r>
            <a:endParaRPr lang="en-US" sz="2800" b="1" noProof="0">
              <a:solidFill>
                <a:schemeClr val="tx2">
                  <a:lumMod val="10000"/>
                </a:schemeClr>
              </a:solidFill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683B12-87CC-FF57-C724-886A6C9B3D27}"/>
              </a:ext>
            </a:extLst>
          </p:cNvPr>
          <p:cNvSpPr txBox="1"/>
          <p:nvPr/>
        </p:nvSpPr>
        <p:spPr>
          <a:xfrm>
            <a:off x="0" y="5182206"/>
            <a:ext cx="326104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noProof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</a:rPr>
              <a:t>1) Take the signal x(t)</a:t>
            </a:r>
            <a:endParaRPr lang="en-US" sz="2000" b="1" noProof="0">
              <a:solidFill>
                <a:schemeClr val="tx2">
                  <a:lumMod val="10000"/>
                </a:schemeClr>
              </a:solidFill>
              <a:cs typeface="Arial"/>
            </a:endParaRPr>
          </a:p>
        </p:txBody>
      </p:sp>
      <p:pic>
        <p:nvPicPr>
          <p:cNvPr id="22" name="Picture 2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BB4F9467-1D6A-5787-F589-F915C24DBA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5441" y="5671242"/>
            <a:ext cx="4245456" cy="1069678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9CCB25A-EDB7-DFF6-C2F0-4814850F88C1}"/>
              </a:ext>
            </a:extLst>
          </p:cNvPr>
          <p:cNvCxnSpPr>
            <a:cxnSpLocks/>
          </p:cNvCxnSpPr>
          <p:nvPr/>
        </p:nvCxnSpPr>
        <p:spPr>
          <a:xfrm flipH="1">
            <a:off x="3331027" y="4742978"/>
            <a:ext cx="15875" cy="1638300"/>
          </a:xfrm>
          <a:prstGeom prst="straightConnector1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16BF12F-BFCC-8328-A822-1C9E970FD76B}"/>
              </a:ext>
            </a:extLst>
          </p:cNvPr>
          <p:cNvCxnSpPr>
            <a:cxnSpLocks/>
          </p:cNvCxnSpPr>
          <p:nvPr/>
        </p:nvCxnSpPr>
        <p:spPr>
          <a:xfrm flipH="1">
            <a:off x="7572347" y="4742978"/>
            <a:ext cx="15875" cy="1638299"/>
          </a:xfrm>
          <a:prstGeom prst="straightConnector1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tângulo: Cantos Arredondados 1">
            <a:extLst>
              <a:ext uri="{FF2B5EF4-FFF2-40B4-BE49-F238E27FC236}">
                <a16:creationId xmlns:a16="http://schemas.microsoft.com/office/drawing/2014/main" id="{038523C8-634C-E800-AE97-9B7BEAEE3CC6}"/>
              </a:ext>
            </a:extLst>
          </p:cNvPr>
          <p:cNvSpPr/>
          <p:nvPr/>
        </p:nvSpPr>
        <p:spPr>
          <a:xfrm>
            <a:off x="5368703" y="5911580"/>
            <a:ext cx="504391" cy="298725"/>
          </a:xfrm>
          <a:prstGeom prst="roundRect">
            <a:avLst/>
          </a:prstGeom>
          <a:noFill/>
          <a:ln w="38100"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 noProof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2EBB0B22-E15E-D461-450D-9269EEBBE150}"/>
              </a:ext>
            </a:extLst>
          </p:cNvPr>
          <p:cNvSpPr txBox="1"/>
          <p:nvPr/>
        </p:nvSpPr>
        <p:spPr>
          <a:xfrm>
            <a:off x="3436443" y="4678997"/>
            <a:ext cx="396527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 noProof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</a:rPr>
              <a:t>2) Use the pre-multiplication trick</a:t>
            </a: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64F25468-4B28-D6C0-2FB1-DB18459079E5}"/>
              </a:ext>
            </a:extLst>
          </p:cNvPr>
          <p:cNvSpPr txBox="1"/>
          <p:nvPr/>
        </p:nvSpPr>
        <p:spPr>
          <a:xfrm>
            <a:off x="7893423" y="4621487"/>
            <a:ext cx="396527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 noProof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</a:rPr>
              <a:t>3)   Apply FT </a:t>
            </a:r>
            <a:r>
              <a:rPr lang="en-US" sz="2000" b="1" u="sng" noProof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</a:rPr>
              <a:t>on the new signal</a:t>
            </a:r>
          </a:p>
        </p:txBody>
      </p:sp>
      <p:pic>
        <p:nvPicPr>
          <p:cNvPr id="31" name="Imagem 30" descr="A black and white symbol&#10;&#10;AI-generated content may be incorrect.">
            <a:extLst>
              <a:ext uri="{FF2B5EF4-FFF2-40B4-BE49-F238E27FC236}">
                <a16:creationId xmlns:a16="http://schemas.microsoft.com/office/drawing/2014/main" id="{561F4C38-4CF7-9298-BEBB-F9C1F39BF95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-385" b="-1695"/>
          <a:stretch>
            <a:fillRect/>
          </a:stretch>
        </p:blipFill>
        <p:spPr>
          <a:xfrm>
            <a:off x="7933695" y="4936380"/>
            <a:ext cx="3671458" cy="857402"/>
          </a:xfrm>
          <a:prstGeom prst="rect">
            <a:avLst/>
          </a:prstGeom>
        </p:spPr>
      </p:pic>
      <p:sp>
        <p:nvSpPr>
          <p:cNvPr id="2" name="TextBox 10">
            <a:extLst>
              <a:ext uri="{FF2B5EF4-FFF2-40B4-BE49-F238E27FC236}">
                <a16:creationId xmlns:a16="http://schemas.microsoft.com/office/drawing/2014/main" id="{768869E3-310B-F1A3-AE10-20096E8BF51F}"/>
              </a:ext>
            </a:extLst>
          </p:cNvPr>
          <p:cNvSpPr txBox="1"/>
          <p:nvPr/>
        </p:nvSpPr>
        <p:spPr>
          <a:xfrm>
            <a:off x="6009990" y="5972959"/>
            <a:ext cx="126233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noProof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</a:rPr>
              <a:t>this trick!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tângulo: Cantos Arredondados 1">
                <a:extLst>
                  <a:ext uri="{FF2B5EF4-FFF2-40B4-BE49-F238E27FC236}">
                    <a16:creationId xmlns:a16="http://schemas.microsoft.com/office/drawing/2014/main" id="{4A265206-1E24-AEDC-CB50-5120A3660886}"/>
                  </a:ext>
                </a:extLst>
              </p:cNvPr>
              <p:cNvSpPr/>
              <p:nvPr/>
            </p:nvSpPr>
            <p:spPr>
              <a:xfrm>
                <a:off x="3589818" y="5076818"/>
                <a:ext cx="3811899" cy="647227"/>
              </a:xfrm>
              <a:prstGeom prst="roundRect">
                <a:avLst/>
              </a:prstGeom>
              <a:solidFill>
                <a:schemeClr val="accent2"/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𝒛</m:t>
                      </m:r>
                      <m:d>
                        <m:dPr>
                          <m:ctrlPr>
                            <a:rPr lang="en-US" sz="24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dPr>
                        <m:e>
                          <m:r>
                            <a:rPr lang="en-US" sz="24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𝒕</m:t>
                          </m:r>
                        </m:e>
                      </m:d>
                      <m:r>
                        <a:rPr lang="en-US" sz="24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=</m:t>
                      </m:r>
                      <m:r>
                        <a:rPr lang="en-US" sz="24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𝒙</m:t>
                      </m:r>
                      <m:d>
                        <m:dPr>
                          <m:ctrlPr>
                            <a:rPr lang="en-US" sz="24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dPr>
                        <m:e>
                          <m:r>
                            <a:rPr lang="en-US" sz="24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𝒕</m:t>
                          </m:r>
                        </m:e>
                      </m:d>
                      <m:sSup>
                        <m:sSupPr>
                          <m:ctrlPr>
                            <a:rPr lang="en-US" sz="24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sSupPr>
                        <m:e>
                          <m:r>
                            <a:rPr lang="en-US" sz="24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𝒆</m:t>
                          </m:r>
                        </m:e>
                        <m:sup>
                          <m:r>
                            <a:rPr lang="en-US" sz="24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−</m:t>
                          </m:r>
                          <m:r>
                            <a:rPr lang="en-US" sz="24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𝟒</m:t>
                          </m:r>
                          <m:r>
                            <a:rPr lang="en-US" sz="24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𝒕</m:t>
                          </m:r>
                        </m:sup>
                      </m:sSup>
                      <m:r>
                        <a:rPr lang="en-US" sz="24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=</m:t>
                      </m:r>
                      <m:sSup>
                        <m:sSupPr>
                          <m:ctrlPr>
                            <a:rPr lang="en-US" sz="24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sSupPr>
                        <m:e>
                          <m:r>
                            <a:rPr lang="en-US" sz="24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𝒆</m:t>
                          </m:r>
                        </m:e>
                        <m:sup>
                          <m:r>
                            <a:rPr lang="en-US" sz="24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−</m:t>
                          </m:r>
                          <m:r>
                            <a:rPr lang="en-US" sz="24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𝒕</m:t>
                          </m:r>
                        </m:sup>
                      </m:sSup>
                      <m:r>
                        <a:rPr lang="en-US" sz="24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𝒖</m:t>
                      </m:r>
                      <m:r>
                        <a:rPr lang="en-US" sz="24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(</m:t>
                      </m:r>
                      <m:r>
                        <a:rPr lang="en-US" sz="24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𝒕</m:t>
                      </m:r>
                      <m:r>
                        <a:rPr lang="en-US" sz="24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)</m:t>
                      </m:r>
                    </m:oMath>
                  </m:oMathPara>
                </a14:m>
                <a:endParaRPr lang="en-US" sz="2400" b="1" noProof="0">
                  <a:solidFill>
                    <a:schemeClr val="bg1"/>
                  </a:solidFill>
                  <a:latin typeface="Calibri"/>
                  <a:ea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7" name="Retângulo: Cantos Arredondados 1">
                <a:extLst>
                  <a:ext uri="{FF2B5EF4-FFF2-40B4-BE49-F238E27FC236}">
                    <a16:creationId xmlns:a16="http://schemas.microsoft.com/office/drawing/2014/main" id="{4A265206-1E24-AEDC-CB50-5120A36608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9818" y="5076818"/>
                <a:ext cx="3811899" cy="647227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4354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136428A6-81B0-08E5-9EF4-851AA3962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Texto, Quadro de comunicações&#10;&#10;O conteúdo gerado por IA pode estar incorreto.">
            <a:extLst>
              <a:ext uri="{FF2B5EF4-FFF2-40B4-BE49-F238E27FC236}">
                <a16:creationId xmlns:a16="http://schemas.microsoft.com/office/drawing/2014/main" id="{6F1EA921-1BD2-3CBE-39D5-083F364D1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04" y="1109214"/>
            <a:ext cx="11952438" cy="1419046"/>
          </a:xfrm>
          <a:prstGeom prst="rect">
            <a:avLst/>
          </a:prstGeom>
        </p:spPr>
      </p:pic>
      <p:sp>
        <p:nvSpPr>
          <p:cNvPr id="98" name="Google Shape;98;p4">
            <a:extLst>
              <a:ext uri="{FF2B5EF4-FFF2-40B4-BE49-F238E27FC236}">
                <a16:creationId xmlns:a16="http://schemas.microsoft.com/office/drawing/2014/main" id="{5521B329-B7EE-66A9-F690-907B4A5657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9" y="492755"/>
            <a:ext cx="8550353" cy="73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/>
              <a:t>The Laplace transform equations</a:t>
            </a:r>
          </a:p>
        </p:txBody>
      </p:sp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B9988FBC-D81D-322D-9861-F6EDB4BAB3F2}"/>
              </a:ext>
            </a:extLst>
          </p:cNvPr>
          <p:cNvSpPr txBox="1"/>
          <p:nvPr/>
        </p:nvSpPr>
        <p:spPr bwMode="auto">
          <a:xfrm>
            <a:off x="0" y="0"/>
            <a:ext cx="12192000" cy="486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700" b="1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Laplace and Z Transforms</a:t>
            </a:r>
            <a:endParaRPr lang="en-US" b="1" noProof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7C12A9E6-C74C-1474-C126-11E28B8963D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3</a:t>
            </a:fld>
            <a:endParaRPr lang="en-US" noProof="0">
              <a:solidFill>
                <a:schemeClr val="lt1"/>
              </a:solidFill>
            </a:endParaRPr>
          </a:p>
        </p:txBody>
      </p:sp>
      <p:pic>
        <p:nvPicPr>
          <p:cNvPr id="34" name="Imagem 33" descr="Texto&#10;&#10;O conteúdo gerado por IA pode estar incorreto.">
            <a:extLst>
              <a:ext uri="{FF2B5EF4-FFF2-40B4-BE49-F238E27FC236}">
                <a16:creationId xmlns:a16="http://schemas.microsoft.com/office/drawing/2014/main" id="{B584D691-E7E9-FFA4-0285-C58CDD891B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931" y="3160234"/>
            <a:ext cx="8420100" cy="2924184"/>
          </a:xfrm>
          <a:prstGeom prst="rect">
            <a:avLst/>
          </a:prstGeom>
        </p:spPr>
      </p:pic>
      <p:sp>
        <p:nvSpPr>
          <p:cNvPr id="36" name="TextBox 9">
            <a:extLst>
              <a:ext uri="{FF2B5EF4-FFF2-40B4-BE49-F238E27FC236}">
                <a16:creationId xmlns:a16="http://schemas.microsoft.com/office/drawing/2014/main" id="{EDD96862-FB0B-98B1-5DCB-BB7BA2C52327}"/>
              </a:ext>
            </a:extLst>
          </p:cNvPr>
          <p:cNvSpPr txBox="1"/>
          <p:nvPr/>
        </p:nvSpPr>
        <p:spPr>
          <a:xfrm>
            <a:off x="8756067" y="3433285"/>
            <a:ext cx="298761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noProof="0">
                <a:solidFill>
                  <a:schemeClr val="tx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Transform</a:t>
            </a:r>
          </a:p>
        </p:txBody>
      </p:sp>
      <p:sp>
        <p:nvSpPr>
          <p:cNvPr id="37" name="TextBox 9">
            <a:extLst>
              <a:ext uri="{FF2B5EF4-FFF2-40B4-BE49-F238E27FC236}">
                <a16:creationId xmlns:a16="http://schemas.microsoft.com/office/drawing/2014/main" id="{B5A98986-BCD6-B4F3-D8BC-60E2C32AB844}"/>
              </a:ext>
            </a:extLst>
          </p:cNvPr>
          <p:cNvSpPr txBox="1"/>
          <p:nvPr/>
        </p:nvSpPr>
        <p:spPr>
          <a:xfrm>
            <a:off x="8756066" y="4784576"/>
            <a:ext cx="2987615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noProof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Inverse-transform</a:t>
            </a:r>
          </a:p>
        </p:txBody>
      </p:sp>
      <p:sp>
        <p:nvSpPr>
          <p:cNvPr id="2" name="TextBox 9">
            <a:extLst>
              <a:ext uri="{FF2B5EF4-FFF2-40B4-BE49-F238E27FC236}">
                <a16:creationId xmlns:a16="http://schemas.microsoft.com/office/drawing/2014/main" id="{0E7BD517-B186-6B67-5BAD-DED2DF882D4E}"/>
              </a:ext>
            </a:extLst>
          </p:cNvPr>
          <p:cNvSpPr txBox="1"/>
          <p:nvPr/>
        </p:nvSpPr>
        <p:spPr>
          <a:xfrm>
            <a:off x="3680860" y="2541709"/>
            <a:ext cx="159301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noProof="0">
                <a:solidFill>
                  <a:schemeClr val="tx2">
                    <a:lumMod val="25000"/>
                  </a:schemeClr>
                </a:solidFill>
                <a:latin typeface="Times New Roman"/>
                <a:ea typeface="Calibri"/>
                <a:cs typeface="Times New Roman"/>
              </a:rPr>
              <a:t>Where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5221A55-0310-5F17-31DE-398152CEE9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4631" y="2611556"/>
            <a:ext cx="2176553" cy="499075"/>
          </a:xfrm>
          <a:prstGeom prst="rect">
            <a:avLst/>
          </a:prstGeom>
        </p:spPr>
      </p:pic>
      <p:sp>
        <p:nvSpPr>
          <p:cNvPr id="6" name="Retângulo: Cantos Arredondados 1">
            <a:extLst>
              <a:ext uri="{FF2B5EF4-FFF2-40B4-BE49-F238E27FC236}">
                <a16:creationId xmlns:a16="http://schemas.microsoft.com/office/drawing/2014/main" id="{3CB1B9B2-99B2-8BD4-6D80-6B145A439012}"/>
              </a:ext>
            </a:extLst>
          </p:cNvPr>
          <p:cNvSpPr/>
          <p:nvPr/>
        </p:nvSpPr>
        <p:spPr>
          <a:xfrm>
            <a:off x="11117626" y="1368959"/>
            <a:ext cx="258040" cy="330925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 noProof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Retângulo: Cantos Arredondados 1">
            <a:extLst>
              <a:ext uri="{FF2B5EF4-FFF2-40B4-BE49-F238E27FC236}">
                <a16:creationId xmlns:a16="http://schemas.microsoft.com/office/drawing/2014/main" id="{10A49159-730E-DFB8-622A-1193B123874C}"/>
              </a:ext>
            </a:extLst>
          </p:cNvPr>
          <p:cNvSpPr/>
          <p:nvPr/>
        </p:nvSpPr>
        <p:spPr>
          <a:xfrm>
            <a:off x="5165399" y="2619788"/>
            <a:ext cx="2184606" cy="489075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 noProof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Retângulo: Cantos Arredondados 1">
            <a:extLst>
              <a:ext uri="{FF2B5EF4-FFF2-40B4-BE49-F238E27FC236}">
                <a16:creationId xmlns:a16="http://schemas.microsoft.com/office/drawing/2014/main" id="{8747D911-7351-9A63-D334-02BC88520C09}"/>
              </a:ext>
            </a:extLst>
          </p:cNvPr>
          <p:cNvSpPr/>
          <p:nvPr/>
        </p:nvSpPr>
        <p:spPr>
          <a:xfrm>
            <a:off x="737172" y="3223637"/>
            <a:ext cx="11012304" cy="1207942"/>
          </a:xfrm>
          <a:prstGeom prst="round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 noProof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Retângulo: Cantos Arredondados 1">
            <a:extLst>
              <a:ext uri="{FF2B5EF4-FFF2-40B4-BE49-F238E27FC236}">
                <a16:creationId xmlns:a16="http://schemas.microsoft.com/office/drawing/2014/main" id="{7055E754-6C23-C060-8BF5-7E8FA053B057}"/>
              </a:ext>
            </a:extLst>
          </p:cNvPr>
          <p:cNvSpPr/>
          <p:nvPr/>
        </p:nvSpPr>
        <p:spPr>
          <a:xfrm>
            <a:off x="722795" y="4848278"/>
            <a:ext cx="11012304" cy="120794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 noProof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Retângulo: Cantos Arredondados 1">
            <a:extLst>
              <a:ext uri="{FF2B5EF4-FFF2-40B4-BE49-F238E27FC236}">
                <a16:creationId xmlns:a16="http://schemas.microsoft.com/office/drawing/2014/main" id="{25F69423-0144-B32A-05BE-5F723250614F}"/>
              </a:ext>
            </a:extLst>
          </p:cNvPr>
          <p:cNvSpPr/>
          <p:nvPr/>
        </p:nvSpPr>
        <p:spPr>
          <a:xfrm>
            <a:off x="7810832" y="1095788"/>
            <a:ext cx="4254945" cy="1452357"/>
          </a:xfrm>
          <a:prstGeom prst="round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 noProof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tângulo 11">
                <a:extLst>
                  <a:ext uri="{FF2B5EF4-FFF2-40B4-BE49-F238E27FC236}">
                    <a16:creationId xmlns:a16="http://schemas.microsoft.com/office/drawing/2014/main" id="{25E8A02C-1657-22B2-7DF2-A9C8C566B434}"/>
                  </a:ext>
                </a:extLst>
              </p:cNvPr>
              <p:cNvSpPr/>
              <p:nvPr/>
            </p:nvSpPr>
            <p:spPr>
              <a:xfrm>
                <a:off x="0" y="6365245"/>
                <a:ext cx="12206371" cy="535358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2800" b="1" noProof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t>Laplace transform = Fourier transform multiplied by the exponential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pPr>
                      <m:e>
                        <m:r>
                          <a:rPr lang="en-US" sz="2800" b="1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𝒆</m:t>
                        </m:r>
                      </m:e>
                      <m:sup>
                        <m:r>
                          <a:rPr lang="en-US" sz="2800" b="1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−</m:t>
                        </m:r>
                        <m:r>
                          <a:rPr lang="en-US" sz="2800" b="1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𝝈</m:t>
                        </m:r>
                        <m:r>
                          <a:rPr lang="en-US" sz="2800" b="1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𝒕</m:t>
                        </m:r>
                      </m:sup>
                    </m:sSup>
                  </m:oMath>
                </a14:m>
                <a:endParaRPr lang="en-US" sz="5400" b="1" noProof="0">
                  <a:solidFill>
                    <a:schemeClr val="bg1"/>
                  </a:solidFill>
                  <a:latin typeface="Arial"/>
                  <a:ea typeface="Calibri"/>
                  <a:cs typeface="Arial"/>
                </a:endParaRPr>
              </a:p>
            </p:txBody>
          </p:sp>
        </mc:Choice>
        <mc:Fallback>
          <p:sp>
            <p:nvSpPr>
              <p:cNvPr id="12" name="Retângulo 11">
                <a:extLst>
                  <a:ext uri="{FF2B5EF4-FFF2-40B4-BE49-F238E27FC236}">
                    <a16:creationId xmlns:a16="http://schemas.microsoft.com/office/drawing/2014/main" id="{25E8A02C-1657-22B2-7DF2-A9C8C566B4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365245"/>
                <a:ext cx="12206371" cy="535358"/>
              </a:xfrm>
              <a:prstGeom prst="rect">
                <a:avLst/>
              </a:prstGeom>
              <a:blipFill>
                <a:blip r:embed="rId6"/>
                <a:stretch>
                  <a:fillRect t="-9091" b="-318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5188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83CE2B40-9B39-0CF7-CE64-B36FE4E81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8B92B9F9-90B0-D98C-6655-F5A2D23A7E08}"/>
              </a:ext>
            </a:extLst>
          </p:cNvPr>
          <p:cNvSpPr txBox="1"/>
          <p:nvPr/>
        </p:nvSpPr>
        <p:spPr bwMode="auto">
          <a:xfrm>
            <a:off x="0" y="0"/>
            <a:ext cx="12192000" cy="486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700" b="1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Laplace and Z Transforms</a:t>
            </a:r>
            <a:endParaRPr lang="en-US" b="1" noProof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533AAEEA-3867-FCEB-078F-F8CC803E17B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4</a:t>
            </a:fld>
            <a:endParaRPr lang="en-US" noProof="0">
              <a:solidFill>
                <a:schemeClr val="lt1"/>
              </a:solidFill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E9E3E3A-9C81-806C-EFA6-1BB57B6369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15" b="-3125"/>
          <a:stretch>
            <a:fillRect/>
          </a:stretch>
        </p:blipFill>
        <p:spPr>
          <a:xfrm>
            <a:off x="171630" y="2141328"/>
            <a:ext cx="2024788" cy="351914"/>
          </a:xfrm>
          <a:prstGeom prst="rect">
            <a:avLst/>
          </a:prstGeom>
        </p:spPr>
      </p:pic>
      <p:pic>
        <p:nvPicPr>
          <p:cNvPr id="4" name="Imagem 3" descr="Diagrama&#10;&#10;O conteúdo gerado por IA pode estar incorreto.">
            <a:extLst>
              <a:ext uri="{FF2B5EF4-FFF2-40B4-BE49-F238E27FC236}">
                <a16:creationId xmlns:a16="http://schemas.microsoft.com/office/drawing/2014/main" id="{ED70521C-DD3C-2E55-0ADF-899ECBEDD0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22" b="-1282"/>
          <a:stretch>
            <a:fillRect/>
          </a:stretch>
        </p:blipFill>
        <p:spPr>
          <a:xfrm>
            <a:off x="170731" y="990241"/>
            <a:ext cx="11796614" cy="1148007"/>
          </a:xfrm>
          <a:prstGeom prst="rect">
            <a:avLst/>
          </a:prstGeom>
        </p:spPr>
      </p:pic>
      <p:pic>
        <p:nvPicPr>
          <p:cNvPr id="5" name="Imagem 4" descr="Gráfico, Gráfico de dispersão&#10;&#10;O conteúdo gerado por IA pode estar incorreto.">
            <a:extLst>
              <a:ext uri="{FF2B5EF4-FFF2-40B4-BE49-F238E27FC236}">
                <a16:creationId xmlns:a16="http://schemas.microsoft.com/office/drawing/2014/main" id="{66939801-7832-0560-FDBB-4BBDA15FF0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2726353"/>
            <a:ext cx="4723861" cy="3791161"/>
          </a:xfrm>
          <a:prstGeom prst="rect">
            <a:avLst/>
          </a:prstGeom>
        </p:spPr>
      </p:pic>
      <p:sp>
        <p:nvSpPr>
          <p:cNvPr id="10" name="Google Shape;98;p4">
            <a:extLst>
              <a:ext uri="{FF2B5EF4-FFF2-40B4-BE49-F238E27FC236}">
                <a16:creationId xmlns:a16="http://schemas.microsoft.com/office/drawing/2014/main" id="{8BAF2EF4-C351-5F74-FC3F-0B081369C855}"/>
              </a:ext>
            </a:extLst>
          </p:cNvPr>
          <p:cNvSpPr txBox="1">
            <a:spLocks noGrp="1"/>
          </p:cNvSpPr>
          <p:nvPr/>
        </p:nvSpPr>
        <p:spPr>
          <a:xfrm>
            <a:off x="1859" y="492755"/>
            <a:ext cx="8550353" cy="73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3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noProof="0"/>
              <a:t>Zeros and poles</a:t>
            </a:r>
          </a:p>
        </p:txBody>
      </p:sp>
      <p:pic>
        <p:nvPicPr>
          <p:cNvPr id="11" name="Imagem 10" descr="Gráfico, Gráfico de superfície&#10;&#10;O conteúdo gerado por IA pode estar incorreto.">
            <a:extLst>
              <a:ext uri="{FF2B5EF4-FFF2-40B4-BE49-F238E27FC236}">
                <a16:creationId xmlns:a16="http://schemas.microsoft.com/office/drawing/2014/main" id="{E522E7EA-FD4A-E448-47C8-D17016AA20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7413" y="2319805"/>
            <a:ext cx="5399956" cy="4260011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7EEE493B-8321-380F-AA19-D0162BF45A81}"/>
              </a:ext>
            </a:extLst>
          </p:cNvPr>
          <p:cNvSpPr/>
          <p:nvPr/>
        </p:nvSpPr>
        <p:spPr>
          <a:xfrm>
            <a:off x="2425765" y="2789853"/>
            <a:ext cx="2781235" cy="3276600"/>
          </a:xfrm>
          <a:prstGeom prst="rect">
            <a:avLst/>
          </a:prstGeom>
          <a:solidFill>
            <a:srgbClr val="E59000">
              <a:alpha val="3411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DE763365-C12D-D3B1-7945-33EE4E22767B}"/>
              </a:ext>
            </a:extLst>
          </p:cNvPr>
          <p:cNvCxnSpPr/>
          <p:nvPr/>
        </p:nvCxnSpPr>
        <p:spPr>
          <a:xfrm>
            <a:off x="2424905" y="2794000"/>
            <a:ext cx="0" cy="327660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0633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A9D0D0A1-3770-8220-E9C1-2CB0A0D06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>
            <a:extLst>
              <a:ext uri="{FF2B5EF4-FFF2-40B4-BE49-F238E27FC236}">
                <a16:creationId xmlns:a16="http://schemas.microsoft.com/office/drawing/2014/main" id="{F16F81EB-1CD7-D032-2ED3-14858DAA27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9" y="492755"/>
            <a:ext cx="8550353" cy="73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/>
              <a:t>Region of Convergence (ROC)</a:t>
            </a:r>
          </a:p>
        </p:txBody>
      </p:sp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41BDF689-5559-E072-B227-92A92203F959}"/>
              </a:ext>
            </a:extLst>
          </p:cNvPr>
          <p:cNvSpPr txBox="1"/>
          <p:nvPr/>
        </p:nvSpPr>
        <p:spPr bwMode="auto">
          <a:xfrm>
            <a:off x="0" y="0"/>
            <a:ext cx="12192000" cy="486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700" b="1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Laplace and Z Transforms</a:t>
            </a:r>
            <a:endParaRPr lang="en-US" b="1" noProof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C01436DF-9D47-50E6-3C43-D60704911D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5</a:t>
            </a:fld>
            <a:endParaRPr lang="en-US" noProof="0">
              <a:solidFill>
                <a:schemeClr val="lt1"/>
              </a:solidFill>
            </a:endParaRP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483993F0-6B5A-681E-191F-0F91BA692D63}"/>
              </a:ext>
            </a:extLst>
          </p:cNvPr>
          <p:cNvGrpSpPr/>
          <p:nvPr/>
        </p:nvGrpSpPr>
        <p:grpSpPr>
          <a:xfrm>
            <a:off x="3134552" y="1102102"/>
            <a:ext cx="9011550" cy="719443"/>
            <a:chOff x="2064087" y="1343367"/>
            <a:chExt cx="10142284" cy="79072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A68F09E-A09B-6B25-0DA5-51769917F7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64087" y="1365527"/>
              <a:ext cx="2599331" cy="768568"/>
            </a:xfrm>
            <a:prstGeom prst="rect">
              <a:avLst/>
            </a:prstGeom>
          </p:spPr>
        </p:pic>
        <p:pic>
          <p:nvPicPr>
            <p:cNvPr id="5" name="Picture 4" descr="A math equation with numbers and symbols&#10;&#10;AI-generated content may be incorrect.">
              <a:extLst>
                <a:ext uri="{FF2B5EF4-FFF2-40B4-BE49-F238E27FC236}">
                  <a16:creationId xmlns:a16="http://schemas.microsoft.com/office/drawing/2014/main" id="{DADEBC20-45AA-C0EC-265B-239E3D5129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08120" y="1343367"/>
              <a:ext cx="3298251" cy="746824"/>
            </a:xfrm>
            <a:prstGeom prst="rect">
              <a:avLst/>
            </a:prstGeom>
          </p:spPr>
        </p:pic>
      </p:grpSp>
      <p:sp>
        <p:nvSpPr>
          <p:cNvPr id="7" name="Retângulo 6">
            <a:extLst>
              <a:ext uri="{FF2B5EF4-FFF2-40B4-BE49-F238E27FC236}">
                <a16:creationId xmlns:a16="http://schemas.microsoft.com/office/drawing/2014/main" id="{8C508DD8-5289-334C-E41F-7659B5E222D5}"/>
              </a:ext>
            </a:extLst>
          </p:cNvPr>
          <p:cNvSpPr/>
          <p:nvPr/>
        </p:nvSpPr>
        <p:spPr>
          <a:xfrm>
            <a:off x="0" y="6322641"/>
            <a:ext cx="12206371" cy="53535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i="1" noProof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Pay attention</a:t>
            </a:r>
            <a:r>
              <a:rPr lang="en-US" sz="2400" b="1" noProof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: For the original x(t) to have a FT, ROC must </a:t>
            </a:r>
            <a:r>
              <a:rPr lang="en-US" sz="2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include</a:t>
            </a:r>
            <a:r>
              <a:rPr lang="en-US" sz="2400" b="1" noProof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the </a:t>
            </a:r>
            <a:r>
              <a:rPr lang="en-US" sz="2400" b="1" noProof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j</a:t>
            </a:r>
            <a:r>
              <a:rPr lang="el-GR" sz="2400" b="1" noProof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ω</a:t>
            </a:r>
            <a:r>
              <a:rPr lang="en-US" sz="2400" b="1" noProof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axis</a:t>
            </a:r>
            <a:endParaRPr lang="en-US" sz="4800" b="1" noProof="0" dirty="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65E85578-4BEB-8AA8-8194-391DAC2CE064}"/>
                  </a:ext>
                </a:extLst>
              </p:cNvPr>
              <p:cNvSpPr/>
              <p:nvPr/>
            </p:nvSpPr>
            <p:spPr>
              <a:xfrm>
                <a:off x="152831" y="2121434"/>
                <a:ext cx="2503742" cy="326871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2400" b="1">
                    <a:solidFill>
                      <a:schemeClr val="bg1"/>
                    </a:solidFill>
                    <a:latin typeface="Arial"/>
                    <a:ea typeface="Calibri"/>
                    <a:cs typeface="Arial"/>
                  </a:rPr>
                  <a:t>The ROC of </a:t>
                </a:r>
                <a14:m>
                  <m:oMath xmlns:m="http://schemas.openxmlformats.org/officeDocument/2006/math">
                    <m:r>
                      <a:rPr lang="pt-BR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libri"/>
                        <a:cs typeface="Arial"/>
                      </a:rPr>
                      <m:t>𝓛</m:t>
                    </m:r>
                    <m:r>
                      <a:rPr lang="pt-BR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libri"/>
                        <a:cs typeface="Arial"/>
                      </a:rPr>
                      <m:t>{</m:t>
                    </m:r>
                    <m:r>
                      <a:rPr lang="pt-BR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libri"/>
                        <a:cs typeface="Arial"/>
                      </a:rPr>
                      <m:t>𝒙</m:t>
                    </m:r>
                    <m:r>
                      <a:rPr lang="pt-BR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libri"/>
                        <a:cs typeface="Arial"/>
                      </a:rPr>
                      <m:t>(</m:t>
                    </m:r>
                    <m:r>
                      <a:rPr lang="pt-BR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libri"/>
                        <a:cs typeface="Arial"/>
                      </a:rPr>
                      <m:t>𝒕</m:t>
                    </m:r>
                    <m:r>
                      <a:rPr lang="pt-BR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libri"/>
                        <a:cs typeface="Arial"/>
                      </a:rPr>
                      <m:t>)}</m:t>
                    </m:r>
                  </m:oMath>
                </a14:m>
                <a:r>
                  <a:rPr lang="en-US" sz="2400" b="1">
                    <a:solidFill>
                      <a:schemeClr val="bg1"/>
                    </a:solidFill>
                    <a:latin typeface="Arial"/>
                    <a:ea typeface="Calibri"/>
                    <a:cs typeface="Arial"/>
                  </a:rPr>
                  <a:t> is a connected region in the s-plane for which the integral converges</a:t>
                </a:r>
                <a:endParaRPr lang="en-US" sz="2400" b="1" noProof="0">
                  <a:solidFill>
                    <a:schemeClr val="bg1"/>
                  </a:solidFill>
                  <a:latin typeface="Arial"/>
                  <a:ea typeface="Calibri"/>
                  <a:cs typeface="Arial"/>
                </a:endParaRPr>
              </a:p>
            </p:txBody>
          </p:sp>
        </mc:Choice>
        <mc:Fallback xmlns=""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65E85578-4BEB-8AA8-8194-391DAC2CE0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831" y="2121434"/>
                <a:ext cx="2503742" cy="3268713"/>
              </a:xfrm>
              <a:prstGeom prst="rect">
                <a:avLst/>
              </a:prstGeom>
              <a:blipFill>
                <a:blip r:embed="rId6"/>
                <a:stretch>
                  <a:fillRect l="-1946" r="-53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m 7" descr="Gráfico, Gráfico de dispersão&#10;&#10;O conteúdo gerado por IA pode estar incorreto.">
            <a:extLst>
              <a:ext uri="{FF2B5EF4-FFF2-40B4-BE49-F238E27FC236}">
                <a16:creationId xmlns:a16="http://schemas.microsoft.com/office/drawing/2014/main" id="{0046E7CB-6D0C-87B2-CA7D-59F6B33E48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1930" y="1817837"/>
            <a:ext cx="9462266" cy="3869308"/>
          </a:xfrm>
          <a:prstGeom prst="rect">
            <a:avLst/>
          </a:prstGeom>
        </p:spPr>
      </p:pic>
      <p:pic>
        <p:nvPicPr>
          <p:cNvPr id="2" name="Imagem 1" descr="Uma imagem contendo objeto, relógio&#10;&#10;O conteúdo gerado por IA pode estar incorreto.">
            <a:extLst>
              <a:ext uri="{FF2B5EF4-FFF2-40B4-BE49-F238E27FC236}">
                <a16:creationId xmlns:a16="http://schemas.microsoft.com/office/drawing/2014/main" id="{1ABABC71-AB47-8B13-B8CB-E718850913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212" y="1098162"/>
            <a:ext cx="1750908" cy="707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8876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E46F2EAD-A9E5-91F0-9750-374C62B5A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id="{D52ED741-6C4C-E718-2405-8989E8C584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187" t="64176"/>
          <a:stretch>
            <a:fillRect/>
          </a:stretch>
        </p:blipFill>
        <p:spPr>
          <a:xfrm>
            <a:off x="1335314" y="3822672"/>
            <a:ext cx="7921608" cy="1207943"/>
          </a:xfrm>
          <a:prstGeom prst="rect">
            <a:avLst/>
          </a:prstGeom>
        </p:spPr>
      </p:pic>
      <p:sp>
        <p:nvSpPr>
          <p:cNvPr id="98" name="Google Shape;98;p4">
            <a:extLst>
              <a:ext uri="{FF2B5EF4-FFF2-40B4-BE49-F238E27FC236}">
                <a16:creationId xmlns:a16="http://schemas.microsoft.com/office/drawing/2014/main" id="{7D182503-BBF3-9D8F-9E84-9CB8505683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9" y="492755"/>
            <a:ext cx="8550353" cy="73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/>
              <a:t>Z transform</a:t>
            </a:r>
          </a:p>
        </p:txBody>
      </p:sp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365B53F7-9AB4-CF1C-846A-060B33DD219D}"/>
              </a:ext>
            </a:extLst>
          </p:cNvPr>
          <p:cNvSpPr txBox="1"/>
          <p:nvPr/>
        </p:nvSpPr>
        <p:spPr bwMode="auto">
          <a:xfrm>
            <a:off x="0" y="0"/>
            <a:ext cx="12192000" cy="486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700" b="1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Laplace and Z Transforms</a:t>
            </a:r>
            <a:endParaRPr lang="en-US" b="1" noProof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30581722-DEBB-B981-ACE9-84E984A32D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6</a:t>
            </a:fld>
            <a:endParaRPr lang="en-US" noProof="0">
              <a:solidFill>
                <a:schemeClr val="lt1"/>
              </a:solidFill>
            </a:endParaRPr>
          </a:p>
        </p:txBody>
      </p:sp>
      <p:pic>
        <p:nvPicPr>
          <p:cNvPr id="2" name="Imagem 1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id="{6724FB8D-502B-3B0B-164A-83E875BDB4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4117"/>
          <a:stretch>
            <a:fillRect/>
          </a:stretch>
        </p:blipFill>
        <p:spPr>
          <a:xfrm>
            <a:off x="370637" y="2102203"/>
            <a:ext cx="432628" cy="2928412"/>
          </a:xfrm>
          <a:prstGeom prst="rect">
            <a:avLst/>
          </a:prstGeom>
        </p:spPr>
      </p:pic>
      <p:sp>
        <p:nvSpPr>
          <p:cNvPr id="5" name="TextBox 9">
            <a:extLst>
              <a:ext uri="{FF2B5EF4-FFF2-40B4-BE49-F238E27FC236}">
                <a16:creationId xmlns:a16="http://schemas.microsoft.com/office/drawing/2014/main" id="{FE3065E6-B6F0-EF90-33FE-35322D8CF30E}"/>
              </a:ext>
            </a:extLst>
          </p:cNvPr>
          <p:cNvSpPr txBox="1"/>
          <p:nvPr/>
        </p:nvSpPr>
        <p:spPr>
          <a:xfrm>
            <a:off x="8827954" y="2412313"/>
            <a:ext cx="298761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noProof="0">
                <a:solidFill>
                  <a:schemeClr val="tx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Transform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B4EFA997-C13E-1D97-FE6B-E2434C0E19A8}"/>
              </a:ext>
            </a:extLst>
          </p:cNvPr>
          <p:cNvSpPr txBox="1"/>
          <p:nvPr/>
        </p:nvSpPr>
        <p:spPr>
          <a:xfrm>
            <a:off x="8827953" y="3660267"/>
            <a:ext cx="2987615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noProof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Inverse-transform</a:t>
            </a:r>
          </a:p>
        </p:txBody>
      </p:sp>
      <p:sp>
        <p:nvSpPr>
          <p:cNvPr id="10" name="Retângulo: Cantos Arredondados 1">
            <a:extLst>
              <a:ext uri="{FF2B5EF4-FFF2-40B4-BE49-F238E27FC236}">
                <a16:creationId xmlns:a16="http://schemas.microsoft.com/office/drawing/2014/main" id="{2C8E8736-C4E7-3079-9FF8-68F5BBA43DB3}"/>
              </a:ext>
            </a:extLst>
          </p:cNvPr>
          <p:cNvSpPr/>
          <p:nvPr/>
        </p:nvSpPr>
        <p:spPr>
          <a:xfrm>
            <a:off x="809059" y="2102203"/>
            <a:ext cx="11012304" cy="1207942"/>
          </a:xfrm>
          <a:prstGeom prst="round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 noProof="0">
              <a:solidFill>
                <a:schemeClr val="tx2">
                  <a:lumMod val="1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Retângulo: Cantos Arredondados 1">
            <a:extLst>
              <a:ext uri="{FF2B5EF4-FFF2-40B4-BE49-F238E27FC236}">
                <a16:creationId xmlns:a16="http://schemas.microsoft.com/office/drawing/2014/main" id="{9AC85CDC-A42D-5A31-A1E3-B0B24D9479C1}"/>
              </a:ext>
            </a:extLst>
          </p:cNvPr>
          <p:cNvSpPr/>
          <p:nvPr/>
        </p:nvSpPr>
        <p:spPr>
          <a:xfrm>
            <a:off x="794681" y="3738346"/>
            <a:ext cx="11112945" cy="120794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 noProof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Retângulo: Cantos Arredondados 1">
            <a:extLst>
              <a:ext uri="{FF2B5EF4-FFF2-40B4-BE49-F238E27FC236}">
                <a16:creationId xmlns:a16="http://schemas.microsoft.com/office/drawing/2014/main" id="{ABA60141-58CA-8D7F-1F83-1A4FBE58AAAC}"/>
              </a:ext>
            </a:extLst>
          </p:cNvPr>
          <p:cNvSpPr/>
          <p:nvPr/>
        </p:nvSpPr>
        <p:spPr>
          <a:xfrm>
            <a:off x="291477" y="1110169"/>
            <a:ext cx="11616151" cy="862887"/>
          </a:xfrm>
          <a:prstGeom prst="roundRect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 noProof="0">
                <a:solidFill>
                  <a:schemeClr val="bg1"/>
                </a:solidFill>
                <a:ea typeface="Calibri"/>
                <a:cs typeface="Calibri"/>
              </a:rPr>
              <a:t>Is the counterpart of the Laplace transform for discrete-time signals</a:t>
            </a:r>
            <a:endParaRPr lang="en-US" sz="2800" noProof="0">
              <a:solidFill>
                <a:schemeClr val="bg1"/>
              </a:solidFill>
              <a:cs typeface="Arial"/>
            </a:endParaRPr>
          </a:p>
        </p:txBody>
      </p:sp>
      <p:sp>
        <p:nvSpPr>
          <p:cNvPr id="4" name="Retângulo: Cantos Arredondados 1">
            <a:extLst>
              <a:ext uri="{FF2B5EF4-FFF2-40B4-BE49-F238E27FC236}">
                <a16:creationId xmlns:a16="http://schemas.microsoft.com/office/drawing/2014/main" id="{5FA1ACDF-277D-58EB-EA56-AEC83EA7441B}"/>
              </a:ext>
            </a:extLst>
          </p:cNvPr>
          <p:cNvSpPr/>
          <p:nvPr/>
        </p:nvSpPr>
        <p:spPr>
          <a:xfrm>
            <a:off x="291477" y="5159762"/>
            <a:ext cx="7423773" cy="1565450"/>
          </a:xfrm>
          <a:prstGeom prst="roundRect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 noProof="0">
                <a:solidFill>
                  <a:schemeClr val="bg1"/>
                </a:solidFill>
                <a:ea typeface="Calibri"/>
                <a:cs typeface="Calibri"/>
              </a:rPr>
              <a:t>C is a counterclockwise closed path encircling the origin and is entirely in the region of convergence (ROC)</a:t>
            </a:r>
          </a:p>
        </p:txBody>
      </p:sp>
      <p:sp>
        <p:nvSpPr>
          <p:cNvPr id="6" name="Retângulo: Cantos Arredondados 1">
            <a:extLst>
              <a:ext uri="{FF2B5EF4-FFF2-40B4-BE49-F238E27FC236}">
                <a16:creationId xmlns:a16="http://schemas.microsoft.com/office/drawing/2014/main" id="{E6AC317F-5E3E-EFDE-52D2-854432DD9E50}"/>
              </a:ext>
            </a:extLst>
          </p:cNvPr>
          <p:cNvSpPr/>
          <p:nvPr/>
        </p:nvSpPr>
        <p:spPr>
          <a:xfrm>
            <a:off x="7924800" y="5145738"/>
            <a:ext cx="4041995" cy="1593497"/>
          </a:xfrm>
          <a:prstGeom prst="roundRect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 noProof="0">
                <a:solidFill>
                  <a:schemeClr val="bg1"/>
                </a:solidFill>
                <a:ea typeface="Calibri"/>
                <a:cs typeface="Calibri"/>
              </a:rPr>
              <a:t>The contour (or path) C must encircle all poles of X(z)</a:t>
            </a:r>
          </a:p>
        </p:txBody>
      </p:sp>
      <p:pic>
        <p:nvPicPr>
          <p:cNvPr id="11" name="Imagem 10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id="{2CF7E9D3-E5B4-1478-8D7E-DF80590920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71" t="7989" b="65306"/>
          <a:stretch>
            <a:fillRect/>
          </a:stretch>
        </p:blipFill>
        <p:spPr>
          <a:xfrm>
            <a:off x="1219200" y="2286921"/>
            <a:ext cx="8037722" cy="90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681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0C3B54C2-EBA3-8EFF-C446-3310D619F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>
            <a:extLst>
              <a:ext uri="{FF2B5EF4-FFF2-40B4-BE49-F238E27FC236}">
                <a16:creationId xmlns:a16="http://schemas.microsoft.com/office/drawing/2014/main" id="{B7DFB6A5-ECEB-A526-3D7F-068AC7A2E4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9" y="492755"/>
            <a:ext cx="8550353" cy="73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/>
              <a:t>ROC</a:t>
            </a:r>
          </a:p>
        </p:txBody>
      </p:sp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1E855DA5-E848-6A9C-7C27-0C20931963D6}"/>
              </a:ext>
            </a:extLst>
          </p:cNvPr>
          <p:cNvSpPr txBox="1"/>
          <p:nvPr/>
        </p:nvSpPr>
        <p:spPr bwMode="auto">
          <a:xfrm>
            <a:off x="0" y="0"/>
            <a:ext cx="12192000" cy="486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700" b="1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Laplace and Z Transforms</a:t>
            </a:r>
            <a:endParaRPr lang="en-US" b="1" noProof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F0A7A5C5-EC47-BE86-629D-C5E64B1B6A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7</a:t>
            </a:fld>
            <a:endParaRPr lang="en-US" noProof="0">
              <a:solidFill>
                <a:schemeClr val="lt1"/>
              </a:solidFill>
            </a:endParaRP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B7EC7F80-E5FC-995A-504B-9B629DEDCA9C}"/>
              </a:ext>
            </a:extLst>
          </p:cNvPr>
          <p:cNvGrpSpPr/>
          <p:nvPr/>
        </p:nvGrpSpPr>
        <p:grpSpPr>
          <a:xfrm>
            <a:off x="3887159" y="2820110"/>
            <a:ext cx="8246827" cy="3186013"/>
            <a:chOff x="228600" y="2319697"/>
            <a:chExt cx="11753670" cy="4540819"/>
          </a:xfrm>
        </p:grpSpPr>
        <p:pic>
          <p:nvPicPr>
            <p:cNvPr id="2" name="Picture 1" descr="A graph of a circle with blue dots and a dotted line&#10;&#10;AI-generated content may be incorrect.">
              <a:extLst>
                <a:ext uri="{FF2B5EF4-FFF2-40B4-BE49-F238E27FC236}">
                  <a16:creationId xmlns:a16="http://schemas.microsoft.com/office/drawing/2014/main" id="{1A8E30AE-9711-6229-B457-11C7EDA926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8600" y="2326616"/>
              <a:ext cx="5638800" cy="45339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FC095E0-7699-B437-D329-9ABF1500A3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04446" y="2319697"/>
              <a:ext cx="5877824" cy="4288946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19C1097-17F4-C27B-693D-33661929EB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22" y="1043157"/>
            <a:ext cx="10906125" cy="135255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C6F2840D-A265-537F-45A3-428AB66579ED}"/>
              </a:ext>
            </a:extLst>
          </p:cNvPr>
          <p:cNvSpPr/>
          <p:nvPr/>
        </p:nvSpPr>
        <p:spPr>
          <a:xfrm>
            <a:off x="0" y="6322641"/>
            <a:ext cx="12206371" cy="53535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i="1" noProof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Pay attention</a:t>
            </a:r>
            <a:r>
              <a:rPr lang="en-US" sz="2400" b="1" noProof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: For the original x[n] to have a DTFT, ROC must </a:t>
            </a:r>
            <a:r>
              <a:rPr lang="en-US" sz="2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include </a:t>
            </a:r>
            <a:r>
              <a:rPr lang="en-US" sz="2400" b="1" noProof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the unit circle</a:t>
            </a:r>
            <a:endParaRPr lang="en-US" sz="4800" b="1" noProof="0" dirty="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8" name="Retângulo: Cantos Arredondados 1">
            <a:extLst>
              <a:ext uri="{FF2B5EF4-FFF2-40B4-BE49-F238E27FC236}">
                <a16:creationId xmlns:a16="http://schemas.microsoft.com/office/drawing/2014/main" id="{2CCA534B-AE71-EA81-AAB3-398DCEBA23BF}"/>
              </a:ext>
            </a:extLst>
          </p:cNvPr>
          <p:cNvSpPr/>
          <p:nvPr/>
        </p:nvSpPr>
        <p:spPr>
          <a:xfrm>
            <a:off x="97045" y="2486777"/>
            <a:ext cx="3180296" cy="2013617"/>
          </a:xfrm>
          <a:prstGeom prst="round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noProof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ROC cannot </a:t>
            </a:r>
            <a:r>
              <a:rPr lang="en-US" sz="24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be inferred from the expression alone, you still need information from x[n].</a:t>
            </a:r>
            <a:endParaRPr lang="en-US" sz="2400" b="1" noProof="0">
              <a:solidFill>
                <a:schemeClr val="bg1"/>
              </a:solidFill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tângulo: Cantos Arredondados 1">
                <a:extLst>
                  <a:ext uri="{FF2B5EF4-FFF2-40B4-BE49-F238E27FC236}">
                    <a16:creationId xmlns:a16="http://schemas.microsoft.com/office/drawing/2014/main" id="{5F4A1183-F7B2-8828-2198-70C6FBFBC353}"/>
                  </a:ext>
                </a:extLst>
              </p:cNvPr>
              <p:cNvSpPr/>
              <p:nvPr/>
            </p:nvSpPr>
            <p:spPr>
              <a:xfrm>
                <a:off x="97045" y="4591464"/>
                <a:ext cx="3180296" cy="1590261"/>
              </a:xfrm>
              <a:prstGeom prst="roundRect">
                <a:avLst/>
              </a:prstGeom>
              <a:solidFill>
                <a:schemeClr val="accent2"/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pt-BR" sz="2400" b="1" dirty="0" err="1">
                    <a:solidFill>
                      <a:schemeClr val="bg1"/>
                    </a:solidFill>
                    <a:cs typeface="Arial"/>
                  </a:rPr>
                  <a:t>Possible</a:t>
                </a:r>
                <a:r>
                  <a:rPr lang="pt-BR" sz="2400" b="1" dirty="0">
                    <a:solidFill>
                      <a:schemeClr val="bg1"/>
                    </a:solidFill>
                    <a:cs typeface="Arial"/>
                  </a:rPr>
                  <a:t> </a:t>
                </a:r>
                <a:r>
                  <a:rPr lang="pt-BR" sz="2400" b="1" dirty="0" err="1">
                    <a:solidFill>
                      <a:schemeClr val="bg1"/>
                    </a:solidFill>
                    <a:cs typeface="Arial"/>
                  </a:rPr>
                  <a:t>ROCs</a:t>
                </a:r>
                <a:endParaRPr lang="pt-BR" sz="2400" b="1" noProof="0" dirty="0">
                  <a:solidFill>
                    <a:schemeClr val="bg1"/>
                  </a:solidFill>
                  <a:cs typeface="Arial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t-BR" sz="24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r>
                            <a:rPr lang="pt-BR" sz="24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𝒛</m:t>
                          </m:r>
                        </m:e>
                      </m:d>
                      <m:r>
                        <a:rPr lang="pt-BR" sz="24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&lt;</m:t>
                      </m:r>
                      <m:rad>
                        <m:radPr>
                          <m:degHide m:val="on"/>
                          <m:ctrlPr>
                            <a:rPr lang="pt-BR" sz="24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radPr>
                        <m:deg/>
                        <m:e>
                          <m:r>
                            <a:rPr lang="pt-BR" sz="24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𝟎</m:t>
                          </m:r>
                          <m:r>
                            <a:rPr lang="pt-BR" sz="24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.</m:t>
                          </m:r>
                          <m:r>
                            <a:rPr lang="pt-BR" sz="24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𝟔𝟏</m:t>
                          </m:r>
                        </m:e>
                      </m:rad>
                    </m:oMath>
                  </m:oMathPara>
                </a14:m>
                <a:endParaRPr lang="en-US" sz="2400" b="1" noProof="0" dirty="0">
                  <a:solidFill>
                    <a:schemeClr val="bg1"/>
                  </a:solidFill>
                  <a:cs typeface="Arial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pt-BR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radPr>
                        <m:deg/>
                        <m:e>
                          <m:r>
                            <a:rPr lang="pt-BR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𝟎</m:t>
                          </m:r>
                          <m:r>
                            <a:rPr lang="pt-BR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.</m:t>
                          </m:r>
                          <m:r>
                            <a:rPr lang="pt-BR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𝟔𝟏</m:t>
                          </m:r>
                        </m:e>
                      </m:rad>
                      <m:r>
                        <a:rPr lang="pt-BR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&lt;</m:t>
                      </m:r>
                      <m:d>
                        <m:dPr>
                          <m:begChr m:val="|"/>
                          <m:endChr m:val="|"/>
                          <m:ctrlPr>
                            <a:rPr lang="pt-BR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r>
                            <a:rPr lang="pt-BR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𝒛</m:t>
                          </m:r>
                        </m:e>
                      </m:d>
                      <m:r>
                        <a:rPr lang="pt-BR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&lt;</m:t>
                      </m:r>
                      <m:r>
                        <a:rPr lang="pt-BR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𝟎</m:t>
                      </m:r>
                      <m:r>
                        <a:rPr lang="pt-BR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.</m:t>
                      </m:r>
                      <m:r>
                        <a:rPr lang="pt-BR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𝟖</m:t>
                      </m:r>
                    </m:oMath>
                  </m:oMathPara>
                </a14:m>
                <a:endParaRPr lang="en-US" sz="2400" b="1" noProof="0" dirty="0">
                  <a:solidFill>
                    <a:schemeClr val="bg1"/>
                  </a:solidFill>
                  <a:cs typeface="Arial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t-BR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r>
                            <a:rPr lang="pt-BR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𝒛</m:t>
                          </m:r>
                        </m:e>
                      </m:d>
                      <m:r>
                        <a:rPr lang="pt-BR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&gt;</m:t>
                      </m:r>
                      <m:r>
                        <a:rPr lang="pt-BR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𝟎</m:t>
                      </m:r>
                      <m:r>
                        <a:rPr lang="pt-BR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.</m:t>
                      </m:r>
                      <m:r>
                        <a:rPr lang="pt-BR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𝟖</m:t>
                      </m:r>
                    </m:oMath>
                  </m:oMathPara>
                </a14:m>
                <a:endParaRPr lang="en-US" sz="2400" b="1" noProof="0" dirty="0">
                  <a:solidFill>
                    <a:schemeClr val="bg1"/>
                  </a:solidFill>
                  <a:cs typeface="Arial"/>
                </a:endParaRPr>
              </a:p>
            </p:txBody>
          </p:sp>
        </mc:Choice>
        <mc:Fallback>
          <p:sp>
            <p:nvSpPr>
              <p:cNvPr id="10" name="Retângulo: Cantos Arredondados 1">
                <a:extLst>
                  <a:ext uri="{FF2B5EF4-FFF2-40B4-BE49-F238E27FC236}">
                    <a16:creationId xmlns:a16="http://schemas.microsoft.com/office/drawing/2014/main" id="{5F4A1183-F7B2-8828-2198-70C6FBFBC3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45" y="4591464"/>
                <a:ext cx="3180296" cy="1590261"/>
              </a:xfrm>
              <a:prstGeom prst="roundRect">
                <a:avLst/>
              </a:prstGeom>
              <a:blipFill>
                <a:blip r:embed="rId6"/>
                <a:stretch>
                  <a:fillRect t="-4215" b="-1149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eta: Divisa 10">
            <a:extLst>
              <a:ext uri="{FF2B5EF4-FFF2-40B4-BE49-F238E27FC236}">
                <a16:creationId xmlns:a16="http://schemas.microsoft.com/office/drawing/2014/main" id="{2BBEBAF0-A432-7EC3-3D23-D396E997F8B4}"/>
              </a:ext>
            </a:extLst>
          </p:cNvPr>
          <p:cNvSpPr/>
          <p:nvPr/>
        </p:nvSpPr>
        <p:spPr>
          <a:xfrm flipH="1">
            <a:off x="3358412" y="4993772"/>
            <a:ext cx="447675" cy="722822"/>
          </a:xfrm>
          <a:prstGeom prst="chevron">
            <a:avLst>
              <a:gd name="adj" fmla="val 46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381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E88C13E2-7940-4429-DC82-431DF8037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>
            <a:extLst>
              <a:ext uri="{FF2B5EF4-FFF2-40B4-BE49-F238E27FC236}">
                <a16:creationId xmlns:a16="http://schemas.microsoft.com/office/drawing/2014/main" id="{C488FBF3-1160-CF83-C8D4-D8F20EE557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9" y="492755"/>
            <a:ext cx="8550353" cy="73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/>
              <a:t>Some Z transform </a:t>
            </a:r>
            <a:r>
              <a:rPr lang="en-US"/>
              <a:t>Properties</a:t>
            </a:r>
            <a:endParaRPr lang="en-US" noProof="0"/>
          </a:p>
        </p:txBody>
      </p:sp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0C821C98-E599-E9FA-204E-F1D7CB9A498A}"/>
              </a:ext>
            </a:extLst>
          </p:cNvPr>
          <p:cNvSpPr txBox="1"/>
          <p:nvPr/>
        </p:nvSpPr>
        <p:spPr bwMode="auto">
          <a:xfrm>
            <a:off x="0" y="0"/>
            <a:ext cx="12192000" cy="486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700" b="1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Laplace and Z Transforms</a:t>
            </a:r>
            <a:endParaRPr lang="en-US" b="1" noProof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DBDDA93E-DD95-A952-B7CD-F4E13CEDF85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8</a:t>
            </a:fld>
            <a:endParaRPr lang="en-US" noProof="0">
              <a:solidFill>
                <a:schemeClr val="lt1"/>
              </a:solidFill>
            </a:endParaRPr>
          </a:p>
        </p:txBody>
      </p:sp>
      <p:pic>
        <p:nvPicPr>
          <p:cNvPr id="2" name="Picture 1" descr="A black letter with a arrow pointing to the left&#10;&#10;AI-generated content may be incorrect.">
            <a:extLst>
              <a:ext uri="{FF2B5EF4-FFF2-40B4-BE49-F238E27FC236}">
                <a16:creationId xmlns:a16="http://schemas.microsoft.com/office/drawing/2014/main" id="{AC4442B5-289D-BE5C-6A36-2E3588449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95" y="1313551"/>
            <a:ext cx="2652212" cy="7228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F1EE817-E3F9-5CE5-D2F6-C880E8C659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502" y="2219325"/>
            <a:ext cx="5558501" cy="722822"/>
          </a:xfrm>
          <a:prstGeom prst="rect">
            <a:avLst/>
          </a:prstGeom>
        </p:spPr>
      </p:pic>
      <p:pic>
        <p:nvPicPr>
          <p:cNvPr id="6" name="Picture 5" descr="A black text with a arrow pointing to the left&#10;&#10;AI-generated content may be incorrect.">
            <a:extLst>
              <a:ext uri="{FF2B5EF4-FFF2-40B4-BE49-F238E27FC236}">
                <a16:creationId xmlns:a16="http://schemas.microsoft.com/office/drawing/2014/main" id="{B7AB7A7E-3B73-2B64-9BD0-056A1F57F3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0117" y="1520766"/>
            <a:ext cx="4705350" cy="1257300"/>
          </a:xfrm>
          <a:prstGeom prst="rect">
            <a:avLst/>
          </a:prstGeom>
          <a:ln>
            <a:solidFill>
              <a:schemeClr val="tx2">
                <a:lumMod val="10000"/>
              </a:schemeClr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tângulo: Cantos Arredondados 1">
                <a:extLst>
                  <a:ext uri="{FF2B5EF4-FFF2-40B4-BE49-F238E27FC236}">
                    <a16:creationId xmlns:a16="http://schemas.microsoft.com/office/drawing/2014/main" id="{975DF370-7C12-A116-85C0-67688F459449}"/>
                  </a:ext>
                </a:extLst>
              </p:cNvPr>
              <p:cNvSpPr/>
              <p:nvPr/>
            </p:nvSpPr>
            <p:spPr>
              <a:xfrm>
                <a:off x="225205" y="3693869"/>
                <a:ext cx="6490146" cy="2614286"/>
              </a:xfrm>
              <a:prstGeom prst="roundRect">
                <a:avLst>
                  <a:gd name="adj" fmla="val 8651"/>
                </a:avLst>
              </a:prstGeom>
              <a:solidFill>
                <a:schemeClr val="accent2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3200" b="1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t>Example 1: By inspection, we calculate the Z-transform of</a:t>
                </a:r>
                <a:endParaRPr lang="en-US" sz="3200">
                  <a:solidFill>
                    <a:schemeClr val="bg1"/>
                  </a:solidFill>
                  <a:cs typeface="Arial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pt-BR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𝒈</m:t>
                    </m:r>
                    <m:d>
                      <m:dPr>
                        <m:begChr m:val="["/>
                        <m:endChr m:val="]"/>
                        <m:ctrlPr>
                          <a:rPr lang="pt-BR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dPr>
                      <m:e>
                        <m:r>
                          <a:rPr lang="pt-BR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𝒏</m:t>
                        </m:r>
                      </m:e>
                    </m:d>
                    <m:r>
                      <a:rPr lang="pt-BR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r>
                      <a:rPr lang="pt-BR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𝟑</m:t>
                    </m:r>
                    <m:r>
                      <a:rPr lang="pt-BR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𝜹</m:t>
                    </m:r>
                    <m:d>
                      <m:dPr>
                        <m:begChr m:val="["/>
                        <m:endChr m:val="]"/>
                        <m:ctrlPr>
                          <a:rPr lang="pt-BR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dPr>
                      <m:e>
                        <m:r>
                          <a:rPr lang="pt-BR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𝒏</m:t>
                        </m:r>
                        <m:r>
                          <a:rPr lang="pt-BR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+</m:t>
                        </m:r>
                        <m:r>
                          <a:rPr lang="pt-BR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𝟒</m:t>
                        </m:r>
                      </m:e>
                    </m:d>
                    <m:r>
                      <a:rPr lang="pt-BR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+</m:t>
                    </m:r>
                    <m:r>
                      <a:rPr lang="pt-BR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𝟐</m:t>
                    </m:r>
                    <m:r>
                      <a:rPr lang="pt-BR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𝜹</m:t>
                    </m:r>
                    <m:d>
                      <m:dPr>
                        <m:begChr m:val="["/>
                        <m:endChr m:val="]"/>
                        <m:ctrlPr>
                          <a:rPr lang="pt-BR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dPr>
                      <m:e>
                        <m:r>
                          <a:rPr lang="pt-BR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𝒏</m:t>
                        </m:r>
                      </m:e>
                    </m:d>
                    <m:r>
                      <a:rPr lang="pt-BR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−</m:t>
                    </m:r>
                    <m:r>
                      <a:rPr lang="pt-BR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𝟐</m:t>
                    </m:r>
                    <m:r>
                      <a:rPr lang="pt-BR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.</m:t>
                    </m:r>
                    <m:r>
                      <a:rPr lang="pt-BR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𝟓</m:t>
                    </m:r>
                    <m:r>
                      <a:rPr lang="pt-BR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𝜹</m:t>
                    </m:r>
                    <m:d>
                      <m:dPr>
                        <m:begChr m:val="["/>
                        <m:endChr m:val="]"/>
                        <m:ctrlPr>
                          <a:rPr lang="pt-BR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dPr>
                      <m:e>
                        <m:r>
                          <a:rPr lang="pt-BR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𝒏</m:t>
                        </m:r>
                        <m:r>
                          <a:rPr lang="pt-BR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−</m:t>
                        </m:r>
                        <m:r>
                          <a:rPr lang="pt-BR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𝟑</m:t>
                        </m:r>
                      </m:e>
                    </m:d>
                  </m:oMath>
                </a14:m>
                <a:r>
                  <a:rPr lang="en-US" sz="3200" b="1">
                    <a:solidFill>
                      <a:schemeClr val="bg1"/>
                    </a:solidFill>
                    <a:cs typeface="Arial"/>
                  </a:rPr>
                  <a:t>, as: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𝑮</m:t>
                      </m:r>
                      <m:d>
                        <m:dPr>
                          <m:ctrlPr>
                            <a:rPr lang="pt-BR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r>
                            <a:rPr lang="pt-BR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𝒛</m:t>
                          </m:r>
                        </m:e>
                      </m:d>
                      <m:r>
                        <a:rPr lang="pt-BR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pt-BR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𝟑</m:t>
                      </m:r>
                      <m:sSup>
                        <m:sSupPr>
                          <m:ctrlPr>
                            <a:rPr lang="pt-BR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pPr>
                        <m:e>
                          <m:r>
                            <a:rPr lang="pt-BR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𝒛</m:t>
                          </m:r>
                        </m:e>
                        <m:sup>
                          <m:r>
                            <a:rPr lang="pt-BR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𝟒</m:t>
                          </m:r>
                        </m:sup>
                      </m:sSup>
                      <m:r>
                        <a:rPr lang="pt-BR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+</m:t>
                      </m:r>
                      <m:r>
                        <a:rPr lang="pt-BR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𝟐</m:t>
                      </m:r>
                      <m:r>
                        <a:rPr lang="pt-BR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−</m:t>
                      </m:r>
                      <m:r>
                        <a:rPr lang="pt-BR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𝟐</m:t>
                      </m:r>
                      <m:r>
                        <a:rPr lang="pt-BR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.</m:t>
                      </m:r>
                      <m:r>
                        <a:rPr lang="pt-BR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𝟓</m:t>
                      </m:r>
                      <m:sSup>
                        <m:sSupPr>
                          <m:ctrlPr>
                            <a:rPr lang="pt-BR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pPr>
                        <m:e>
                          <m:r>
                            <a:rPr lang="pt-BR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𝒛</m:t>
                          </m:r>
                        </m:e>
                        <m:sup>
                          <m:r>
                            <a:rPr lang="pt-BR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−</m:t>
                          </m:r>
                          <m:r>
                            <a:rPr lang="pt-BR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sz="2800" b="1">
                  <a:solidFill>
                    <a:schemeClr val="bg1"/>
                  </a:solidFill>
                  <a:cs typeface="Arial"/>
                </a:endParaRPr>
              </a:p>
            </p:txBody>
          </p:sp>
        </mc:Choice>
        <mc:Fallback xmlns="">
          <p:sp>
            <p:nvSpPr>
              <p:cNvPr id="12" name="Retângulo: Cantos Arredondados 1">
                <a:extLst>
                  <a:ext uri="{FF2B5EF4-FFF2-40B4-BE49-F238E27FC236}">
                    <a16:creationId xmlns:a16="http://schemas.microsoft.com/office/drawing/2014/main" id="{975DF370-7C12-A116-85C0-67688F4594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205" y="3693869"/>
                <a:ext cx="6490146" cy="2614286"/>
              </a:xfrm>
              <a:prstGeom prst="roundRect">
                <a:avLst>
                  <a:gd name="adj" fmla="val 8651"/>
                </a:avLst>
              </a:prstGeom>
              <a:blipFill>
                <a:blip r:embed="rId6"/>
                <a:stretch>
                  <a:fillRect t="-466"/>
                </a:stretch>
              </a:blipFill>
              <a:ln w="571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eta: Divisa 6">
            <a:extLst>
              <a:ext uri="{FF2B5EF4-FFF2-40B4-BE49-F238E27FC236}">
                <a16:creationId xmlns:a16="http://schemas.microsoft.com/office/drawing/2014/main" id="{47ED257F-FF46-6BCC-CC4B-39806A30C969}"/>
              </a:ext>
            </a:extLst>
          </p:cNvPr>
          <p:cNvSpPr/>
          <p:nvPr/>
        </p:nvSpPr>
        <p:spPr>
          <a:xfrm>
            <a:off x="6170999" y="1736706"/>
            <a:ext cx="476250" cy="722822"/>
          </a:xfrm>
          <a:prstGeom prst="chevron">
            <a:avLst>
              <a:gd name="adj" fmla="val 46000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ângulo: Cantos Arredondados 1">
                <a:extLst>
                  <a:ext uri="{FF2B5EF4-FFF2-40B4-BE49-F238E27FC236}">
                    <a16:creationId xmlns:a16="http://schemas.microsoft.com/office/drawing/2014/main" id="{21DB6A3E-456F-828E-46A5-6D170056962C}"/>
                  </a:ext>
                </a:extLst>
              </p:cNvPr>
              <p:cNvSpPr/>
              <p:nvPr/>
            </p:nvSpPr>
            <p:spPr>
              <a:xfrm>
                <a:off x="6868273" y="5734050"/>
                <a:ext cx="5069035" cy="574105"/>
              </a:xfrm>
              <a:prstGeom prst="roundRect">
                <a:avLst/>
              </a:prstGeom>
              <a:solidFill>
                <a:schemeClr val="accent2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3200" b="1">
                    <a:solidFill>
                      <a:schemeClr val="bg1"/>
                    </a:solidFill>
                    <a:cs typeface="Arial"/>
                  </a:rPr>
                  <a:t>ROC: </a:t>
                </a:r>
                <a14:m>
                  <m:oMath xmlns:m="http://schemas.openxmlformats.org/officeDocument/2006/math">
                    <m:r>
                      <a:rPr lang="pt-BR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𝟎</m:t>
                    </m:r>
                    <m:r>
                      <a:rPr lang="pt-BR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pt-BR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dPr>
                      <m:e>
                        <m:r>
                          <a:rPr lang="pt-BR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𝒛</m:t>
                        </m:r>
                      </m:e>
                    </m:d>
                    <m:r>
                      <a:rPr lang="pt-BR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&lt;∞</m:t>
                    </m:r>
                  </m:oMath>
                </a14:m>
                <a:endParaRPr lang="en-US" sz="3200" b="1">
                  <a:solidFill>
                    <a:schemeClr val="bg1"/>
                  </a:solidFill>
                  <a:cs typeface="Arial"/>
                </a:endParaRPr>
              </a:p>
            </p:txBody>
          </p:sp>
        </mc:Choice>
        <mc:Fallback xmlns="">
          <p:sp>
            <p:nvSpPr>
              <p:cNvPr id="5" name="Retângulo: Cantos Arredondados 1">
                <a:extLst>
                  <a:ext uri="{FF2B5EF4-FFF2-40B4-BE49-F238E27FC236}">
                    <a16:creationId xmlns:a16="http://schemas.microsoft.com/office/drawing/2014/main" id="{21DB6A3E-456F-828E-46A5-6D17005696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8273" y="5734050"/>
                <a:ext cx="5069035" cy="574105"/>
              </a:xfrm>
              <a:prstGeom prst="roundRect">
                <a:avLst/>
              </a:prstGeom>
              <a:blipFill>
                <a:blip r:embed="rId7"/>
                <a:stretch>
                  <a:fillRect t="-14894" b="-35106"/>
                </a:stretch>
              </a:blipFill>
              <a:ln w="571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tângulo: Cantos Arredondados 1">
                <a:extLst>
                  <a:ext uri="{FF2B5EF4-FFF2-40B4-BE49-F238E27FC236}">
                    <a16:creationId xmlns:a16="http://schemas.microsoft.com/office/drawing/2014/main" id="{808B9D60-BACE-BC78-6358-956BAB183DD7}"/>
                  </a:ext>
                </a:extLst>
              </p:cNvPr>
              <p:cNvSpPr/>
              <p:nvPr/>
            </p:nvSpPr>
            <p:spPr>
              <a:xfrm>
                <a:off x="6868274" y="3693868"/>
                <a:ext cx="5069035" cy="1950997"/>
              </a:xfrm>
              <a:prstGeom prst="roundRect">
                <a:avLst>
                  <a:gd name="adj" fmla="val 7879"/>
                </a:avLst>
              </a:prstGeom>
              <a:solidFill>
                <a:schemeClr val="accent1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3200" b="1">
                    <a:solidFill>
                      <a:schemeClr val="bg1"/>
                    </a:solidFill>
                    <a:cs typeface="Arial"/>
                  </a:rPr>
                  <a:t>Do not forget the ROC!</a:t>
                </a:r>
              </a:p>
              <a:p>
                <a:pPr algn="ctr"/>
                <a:r>
                  <a:rPr lang="en-US" sz="2400" b="1">
                    <a:solidFill>
                      <a:schemeClr val="bg1"/>
                    </a:solidFill>
                    <a:cs typeface="Arial"/>
                  </a:rPr>
                  <a:t>Terms after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𝒏</m:t>
                    </m:r>
                    <m:r>
                      <a:rPr lang="en-US" sz="24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r>
                      <a:rPr lang="en-US" sz="24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𝟎</m:t>
                    </m:r>
                  </m:oMath>
                </a14:m>
                <a:r>
                  <a:rPr lang="en-US" sz="2400" b="1">
                    <a:solidFill>
                      <a:schemeClr val="bg1"/>
                    </a:solidFill>
                    <a:cs typeface="Arial"/>
                  </a:rPr>
                  <a:t> </a:t>
                </a:r>
                <a:r>
                  <a:rPr lang="pt-BR" sz="2400" b="1" err="1">
                    <a:solidFill>
                      <a:schemeClr val="bg1"/>
                    </a:solidFill>
                    <a:cs typeface="Arial"/>
                  </a:rPr>
                  <a:t>need</a:t>
                </a:r>
                <a:r>
                  <a:rPr lang="pt-BR" sz="2400" b="1">
                    <a:solidFill>
                      <a:schemeClr val="bg1"/>
                    </a:solidFill>
                    <a:cs typeface="Arial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t-BR" sz="2400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dPr>
                      <m:e>
                        <m:r>
                          <a:rPr lang="pt-BR" sz="2400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𝒛</m:t>
                        </m:r>
                      </m:e>
                    </m:d>
                    <m:r>
                      <a:rPr lang="pt-BR" sz="24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≠</m:t>
                    </m:r>
                    <m:r>
                      <a:rPr lang="pt-BR" sz="24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𝟎</m:t>
                    </m:r>
                  </m:oMath>
                </a14:m>
                <a:r>
                  <a:rPr lang="pt-BR" sz="2400" b="1">
                    <a:solidFill>
                      <a:schemeClr val="bg1"/>
                    </a:solidFill>
                    <a:cs typeface="Arial"/>
                  </a:rPr>
                  <a:t> </a:t>
                </a:r>
                <a:endParaRPr lang="en-US" sz="2400" b="1">
                  <a:solidFill>
                    <a:schemeClr val="bg1"/>
                  </a:solidFill>
                  <a:cs typeface="Arial"/>
                </a:endParaRPr>
              </a:p>
              <a:p>
                <a:pPr algn="ctr"/>
                <a:r>
                  <a:rPr lang="en-US" sz="2400" b="1">
                    <a:solidFill>
                      <a:schemeClr val="bg1"/>
                    </a:solidFill>
                    <a:cs typeface="Arial"/>
                  </a:rPr>
                  <a:t>Terms before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𝒏</m:t>
                    </m:r>
                    <m:r>
                      <a:rPr lang="en-US" sz="2400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r>
                      <a:rPr lang="en-US" sz="2400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𝟎</m:t>
                    </m:r>
                  </m:oMath>
                </a14:m>
                <a:r>
                  <a:rPr lang="en-US" sz="2400" b="1">
                    <a:solidFill>
                      <a:schemeClr val="bg1"/>
                    </a:solidFill>
                    <a:cs typeface="Arial"/>
                  </a:rPr>
                  <a:t> need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t-BR" sz="2400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dPr>
                      <m:e>
                        <m:r>
                          <a:rPr lang="pt-BR" sz="2400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𝒛</m:t>
                        </m:r>
                      </m:e>
                    </m:d>
                    <m:r>
                      <a:rPr lang="pt-BR" sz="2400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≠</m:t>
                    </m:r>
                    <m:r>
                      <a:rPr lang="pt-BR" sz="24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∞</m:t>
                    </m:r>
                  </m:oMath>
                </a14:m>
                <a:endParaRPr lang="en-US" sz="2400" b="1">
                  <a:solidFill>
                    <a:schemeClr val="bg1"/>
                  </a:solidFill>
                  <a:cs typeface="Arial"/>
                </a:endParaRPr>
              </a:p>
            </p:txBody>
          </p:sp>
        </mc:Choice>
        <mc:Fallback xmlns="">
          <p:sp>
            <p:nvSpPr>
              <p:cNvPr id="8" name="Retângulo: Cantos Arredondados 1">
                <a:extLst>
                  <a:ext uri="{FF2B5EF4-FFF2-40B4-BE49-F238E27FC236}">
                    <a16:creationId xmlns:a16="http://schemas.microsoft.com/office/drawing/2014/main" id="{808B9D60-BACE-BC78-6358-956BAB183D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8274" y="3693868"/>
                <a:ext cx="5069035" cy="1950997"/>
              </a:xfrm>
              <a:prstGeom prst="roundRect">
                <a:avLst>
                  <a:gd name="adj" fmla="val 7879"/>
                </a:avLst>
              </a:prstGeom>
              <a:blipFill>
                <a:blip r:embed="rId8"/>
                <a:stretch>
                  <a:fillRect/>
                </a:stretch>
              </a:blipFill>
              <a:ln w="571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1986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71E15077-4E68-1CB8-3FE7-CD2A65999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>
            <a:extLst>
              <a:ext uri="{FF2B5EF4-FFF2-40B4-BE49-F238E27FC236}">
                <a16:creationId xmlns:a16="http://schemas.microsoft.com/office/drawing/2014/main" id="{014F1EFE-F625-591F-AECE-4E6C407EC7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9" y="492755"/>
            <a:ext cx="8550353" cy="73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/>
              <a:t>Z transform of an exponential</a:t>
            </a:r>
          </a:p>
        </p:txBody>
      </p:sp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5DD9DF6D-4E0E-1304-CEAF-6ECAE8BC80E9}"/>
              </a:ext>
            </a:extLst>
          </p:cNvPr>
          <p:cNvSpPr txBox="1"/>
          <p:nvPr/>
        </p:nvSpPr>
        <p:spPr bwMode="auto">
          <a:xfrm>
            <a:off x="0" y="0"/>
            <a:ext cx="12192000" cy="486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700" b="1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Laplace and Z Transforms</a:t>
            </a:r>
            <a:endParaRPr lang="en-US" b="1" noProof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ADB9F757-651D-4DEF-A52F-E8EA77E1C76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9</a:t>
            </a:fld>
            <a:endParaRPr lang="en-US" noProof="0">
              <a:solidFill>
                <a:schemeClr val="lt1"/>
              </a:solidFill>
            </a:endParaRPr>
          </a:p>
        </p:txBody>
      </p:sp>
      <p:pic>
        <p:nvPicPr>
          <p:cNvPr id="7" name="Picture 6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6CA79D22-9577-B2A0-0BDC-68F01E7577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78" r="429" b="5023"/>
          <a:stretch>
            <a:fillRect/>
          </a:stretch>
        </p:blipFill>
        <p:spPr>
          <a:xfrm>
            <a:off x="7568831" y="1352278"/>
            <a:ext cx="3875268" cy="1316485"/>
          </a:xfrm>
          <a:prstGeom prst="rect">
            <a:avLst/>
          </a:prstGeom>
        </p:spPr>
      </p:pic>
      <p:sp>
        <p:nvSpPr>
          <p:cNvPr id="15" name="Retângulo: Cantos Arredondados 1">
            <a:extLst>
              <a:ext uri="{FF2B5EF4-FFF2-40B4-BE49-F238E27FC236}">
                <a16:creationId xmlns:a16="http://schemas.microsoft.com/office/drawing/2014/main" id="{AF83DB46-AD2E-CF9B-0A6E-6563D2A19425}"/>
              </a:ext>
            </a:extLst>
          </p:cNvPr>
          <p:cNvSpPr/>
          <p:nvPr/>
        </p:nvSpPr>
        <p:spPr>
          <a:xfrm>
            <a:off x="305854" y="1081413"/>
            <a:ext cx="6733121" cy="1880861"/>
          </a:xfrm>
          <a:prstGeom prst="round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b="1" noProof="0">
                <a:solidFill>
                  <a:schemeClr val="bg1"/>
                </a:solidFill>
                <a:ea typeface="Calibri"/>
                <a:cs typeface="Calibri"/>
              </a:rPr>
              <a:t>In cases x[n] is a left or right-sided exponential, we can use the geometric series</a:t>
            </a:r>
            <a:endParaRPr lang="en-US" sz="3000" b="1" noProof="0">
              <a:solidFill>
                <a:schemeClr val="bg1"/>
              </a:solidFill>
              <a:cs typeface="Arial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1CEB480E-B1C5-0290-DF7D-98F49252932C}"/>
              </a:ext>
            </a:extLst>
          </p:cNvPr>
          <p:cNvGrpSpPr/>
          <p:nvPr/>
        </p:nvGrpSpPr>
        <p:grpSpPr>
          <a:xfrm>
            <a:off x="321889" y="3302623"/>
            <a:ext cx="11727236" cy="2802902"/>
            <a:chOff x="320229" y="3439302"/>
            <a:chExt cx="11644906" cy="3062622"/>
          </a:xfrm>
        </p:grpSpPr>
        <p:pic>
          <p:nvPicPr>
            <p:cNvPr id="11" name="Picture 10" descr="A close-up of a symbol&#10;&#10;AI-generated content may be incorrect.">
              <a:extLst>
                <a:ext uri="{FF2B5EF4-FFF2-40B4-BE49-F238E27FC236}">
                  <a16:creationId xmlns:a16="http://schemas.microsoft.com/office/drawing/2014/main" id="{4B440917-19CC-18CB-9975-15685F5F87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4029" y="3902195"/>
              <a:ext cx="11038406" cy="1114246"/>
            </a:xfrm>
            <a:prstGeom prst="rect">
              <a:avLst/>
            </a:prstGeom>
          </p:spPr>
        </p:pic>
        <p:sp>
          <p:nvSpPr>
            <p:cNvPr id="12" name="Retângulo: Cantos Arredondados 1">
              <a:extLst>
                <a:ext uri="{FF2B5EF4-FFF2-40B4-BE49-F238E27FC236}">
                  <a16:creationId xmlns:a16="http://schemas.microsoft.com/office/drawing/2014/main" id="{C00273D2-8014-B76F-6566-8A62010960C7}"/>
                </a:ext>
              </a:extLst>
            </p:cNvPr>
            <p:cNvSpPr/>
            <p:nvPr/>
          </p:nvSpPr>
          <p:spPr>
            <a:xfrm>
              <a:off x="320229" y="3439302"/>
              <a:ext cx="11644906" cy="3062622"/>
            </a:xfrm>
            <a:prstGeom prst="roundRect">
              <a:avLst/>
            </a:prstGeom>
            <a:noFill/>
            <a:ln w="571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2800" noProof="0">
                <a:solidFill>
                  <a:schemeClr val="bg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4" name="TextBox 9">
              <a:extLst>
                <a:ext uri="{FF2B5EF4-FFF2-40B4-BE49-F238E27FC236}">
                  <a16:creationId xmlns:a16="http://schemas.microsoft.com/office/drawing/2014/main" id="{EC4A4CEE-365C-9629-E97A-B1B5910FE989}"/>
                </a:ext>
              </a:extLst>
            </p:cNvPr>
            <p:cNvSpPr txBox="1"/>
            <p:nvPr/>
          </p:nvSpPr>
          <p:spPr>
            <a:xfrm>
              <a:off x="436311" y="3445226"/>
              <a:ext cx="11383991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2800" b="1" noProof="0">
                  <a:solidFill>
                    <a:schemeClr val="accent2">
                      <a:lumMod val="76000"/>
                    </a:schemeClr>
                  </a:solidFill>
                  <a:latin typeface="Calibri"/>
                  <a:ea typeface="Calibri"/>
                  <a:cs typeface="Calibri"/>
                </a:rPr>
                <a:t>Example 2: </a:t>
              </a:r>
              <a:r>
                <a:rPr lang="en-US" sz="2800" noProof="0">
                  <a:solidFill>
                    <a:schemeClr val="accent2">
                      <a:lumMod val="76000"/>
                    </a:schemeClr>
                  </a:solidFill>
                  <a:ea typeface="+mn-lt"/>
                  <a:cs typeface="+mn-lt"/>
                </a:rPr>
                <a:t>the Z transform of x[n] = a</a:t>
              </a:r>
              <a:r>
                <a:rPr lang="en-US" sz="2800" baseline="30000" noProof="0">
                  <a:solidFill>
                    <a:schemeClr val="accent2">
                      <a:lumMod val="76000"/>
                    </a:schemeClr>
                  </a:solidFill>
                  <a:ea typeface="+mn-lt"/>
                  <a:cs typeface="+mn-lt"/>
                </a:rPr>
                <a:t>n</a:t>
              </a:r>
              <a:r>
                <a:rPr lang="en-US" sz="2800" noProof="0">
                  <a:solidFill>
                    <a:schemeClr val="accent2">
                      <a:lumMod val="76000"/>
                    </a:schemeClr>
                  </a:solidFill>
                  <a:ea typeface="+mn-lt"/>
                  <a:cs typeface="+mn-lt"/>
                </a:rPr>
                <a:t>u[n] is obtained as follows</a:t>
              </a:r>
              <a:r>
                <a:rPr lang="en-US" sz="2800" noProof="0">
                  <a:solidFill>
                    <a:schemeClr val="accent2">
                      <a:lumMod val="76000"/>
                    </a:schemeClr>
                  </a:solidFill>
                  <a:latin typeface="Calibri"/>
                  <a:ea typeface="Calibri"/>
                  <a:cs typeface="Calibri"/>
                </a:rPr>
                <a:t> </a:t>
              </a:r>
              <a:endParaRPr lang="en-US" sz="2800" noProof="0">
                <a:solidFill>
                  <a:schemeClr val="accent2">
                    <a:lumMod val="76000"/>
                  </a:schemeClr>
                </a:solidFill>
                <a:cs typeface="Arial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81995BD-7F90-C40E-3138-51AAB53F5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5454" y="4940959"/>
              <a:ext cx="995548" cy="455403"/>
            </a:xfrm>
            <a:prstGeom prst="rect">
              <a:avLst/>
            </a:prstGeom>
          </p:spPr>
        </p:pic>
        <p:pic>
          <p:nvPicPr>
            <p:cNvPr id="17" name="Picture 16" descr="A black and white math symbol&#10;&#10;AI-generated content may be incorrect.">
              <a:extLst>
                <a:ext uri="{FF2B5EF4-FFF2-40B4-BE49-F238E27FC236}">
                  <a16:creationId xmlns:a16="http://schemas.microsoft.com/office/drawing/2014/main" id="{F2BEA9CC-AB27-150A-B301-82E839F096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97110" y="5357903"/>
              <a:ext cx="1623743" cy="49853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EBBEA87-B033-1556-D861-8DB291EAF6E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39601" y="5861110"/>
              <a:ext cx="1545284" cy="474145"/>
            </a:xfrm>
            <a:prstGeom prst="rect">
              <a:avLst/>
            </a:prstGeom>
          </p:spPr>
        </p:pic>
        <p:sp>
          <p:nvSpPr>
            <p:cNvPr id="19" name="Retângulo: Cantos Arredondados 1">
              <a:extLst>
                <a:ext uri="{FF2B5EF4-FFF2-40B4-BE49-F238E27FC236}">
                  <a16:creationId xmlns:a16="http://schemas.microsoft.com/office/drawing/2014/main" id="{EBCD1B8F-EE0F-5644-59C3-05C6FFA5E266}"/>
                </a:ext>
              </a:extLst>
            </p:cNvPr>
            <p:cNvSpPr/>
            <p:nvPr/>
          </p:nvSpPr>
          <p:spPr>
            <a:xfrm>
              <a:off x="449625" y="5020810"/>
              <a:ext cx="1940190" cy="1351718"/>
            </a:xfrm>
            <a:prstGeom prst="roundRect">
              <a:avLst/>
            </a:prstGeom>
            <a:noFill/>
            <a:ln w="6350">
              <a:solidFill>
                <a:schemeClr val="tx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2800" noProof="0">
                <a:solidFill>
                  <a:schemeClr val="bg1"/>
                </a:solidFill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20" name="Picture 19" descr="A black and white math equation&#10;&#10;AI-generated content may be incorrect.">
              <a:extLst>
                <a:ext uri="{FF2B5EF4-FFF2-40B4-BE49-F238E27FC236}">
                  <a16:creationId xmlns:a16="http://schemas.microsoft.com/office/drawing/2014/main" id="{1CF239E7-601B-792E-73BE-AD9EE2C64EC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927285" y="5168660"/>
              <a:ext cx="8107679" cy="1178585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3E091381-B548-1885-69A1-31A77C4BA5F7}"/>
                  </a:ext>
                </a:extLst>
              </p:cNvPr>
              <p:cNvSpPr/>
              <p:nvPr/>
            </p:nvSpPr>
            <p:spPr>
              <a:xfrm>
                <a:off x="0" y="6322641"/>
                <a:ext cx="12206371" cy="53535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pt-BR" sz="2400" b="1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t>The </a:t>
                </a:r>
                <a:r>
                  <a:rPr lang="pt-BR" sz="2400" b="1" err="1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t>same</a:t>
                </a:r>
                <a:r>
                  <a:rPr lang="pt-BR" sz="2400" b="1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pt-BR" sz="2400" b="1" err="1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t>expression</a:t>
                </a:r>
                <a:r>
                  <a:rPr lang="pt-BR" sz="2400" b="1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pt-BR" sz="2400" b="1" err="1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t>is</a:t>
                </a:r>
                <a:r>
                  <a:rPr lang="pt-BR" sz="2400" b="1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pt-BR" sz="2400" b="1" err="1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t>used</a:t>
                </a:r>
                <a:r>
                  <a:rPr lang="pt-BR" sz="2400" b="1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t> for a </a:t>
                </a:r>
                <a:r>
                  <a:rPr lang="pt-BR" sz="2400" b="1" err="1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t>left-sided</a:t>
                </a:r>
                <a:r>
                  <a:rPr lang="pt-BR" sz="2400" b="1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pt-BR" sz="2400" b="1" err="1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t>exponential</a:t>
                </a:r>
                <a:r>
                  <a:rPr lang="pt-BR" sz="2400" b="1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𝒙</m:t>
                    </m:r>
                    <m:d>
                      <m:dPr>
                        <m:begChr m:val="["/>
                        <m:endChr m:val="]"/>
                        <m:ctrlPr>
                          <a:rPr lang="pt-BR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dPr>
                      <m:e>
                        <m:r>
                          <a:rPr lang="pt-BR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𝒏</m:t>
                        </m:r>
                      </m:e>
                    </m:d>
                    <m:r>
                      <a:rPr lang="pt-BR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=−</m:t>
                    </m:r>
                    <m:sSup>
                      <m:sSupPr>
                        <m:ctrlPr>
                          <a:rPr lang="pt-BR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pPr>
                      <m:e>
                        <m:r>
                          <a:rPr lang="pt-BR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𝒂</m:t>
                        </m:r>
                      </m:e>
                      <m:sup>
                        <m:r>
                          <a:rPr lang="pt-BR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𝒏</m:t>
                        </m:r>
                      </m:sup>
                    </m:sSup>
                    <m:r>
                      <a:rPr lang="pt-BR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𝒖</m:t>
                    </m:r>
                    <m:d>
                      <m:dPr>
                        <m:begChr m:val="["/>
                        <m:endChr m:val="]"/>
                        <m:ctrlPr>
                          <a:rPr lang="pt-BR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dPr>
                      <m:e>
                        <m:r>
                          <a:rPr lang="pt-BR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−</m:t>
                        </m:r>
                        <m:r>
                          <a:rPr lang="pt-BR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𝒏</m:t>
                        </m:r>
                        <m:r>
                          <a:rPr lang="pt-BR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−</m:t>
                        </m:r>
                        <m:r>
                          <a:rPr lang="pt-BR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sz="2400" b="1" noProof="0">
                    <a:solidFill>
                      <a:schemeClr val="bg1"/>
                    </a:solidFill>
                    <a:latin typeface="Arial"/>
                    <a:ea typeface="Calibri"/>
                    <a:cs typeface="Arial"/>
                  </a:rPr>
                  <a:t> with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b="1" i="1" noProof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/>
                            <a:cs typeface="Arial"/>
                          </a:rPr>
                        </m:ctrlPr>
                      </m:dPr>
                      <m:e>
                        <m:r>
                          <a:rPr lang="pt-BR" sz="2400" b="1" i="1" noProof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/>
                            <a:cs typeface="Arial"/>
                          </a:rPr>
                          <m:t>𝒛</m:t>
                        </m:r>
                      </m:e>
                    </m:d>
                    <m:r>
                      <a:rPr lang="pt-BR" sz="2400" b="1" i="1" noProof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libri"/>
                        <a:cs typeface="Arial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pt-BR" sz="2400" b="1" i="1" noProof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/>
                            <a:cs typeface="Arial"/>
                          </a:rPr>
                        </m:ctrlPr>
                      </m:dPr>
                      <m:e>
                        <m:r>
                          <a:rPr lang="pt-BR" sz="2400" b="1" i="1" noProof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/>
                            <a:cs typeface="Arial"/>
                          </a:rPr>
                          <m:t>𝒂</m:t>
                        </m:r>
                      </m:e>
                    </m:d>
                  </m:oMath>
                </a14:m>
                <a:endParaRPr lang="en-US" sz="2400" b="1" noProof="0">
                  <a:solidFill>
                    <a:schemeClr val="bg1"/>
                  </a:solidFill>
                  <a:latin typeface="Arial"/>
                  <a:ea typeface="Calibri"/>
                  <a:cs typeface="Arial"/>
                </a:endParaRPr>
              </a:p>
            </p:txBody>
          </p:sp>
        </mc:Choice>
        <mc:Fallback xmlns=""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3E091381-B548-1885-69A1-31A77C4BA5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322641"/>
                <a:ext cx="12206371" cy="535358"/>
              </a:xfrm>
              <a:prstGeom prst="rect">
                <a:avLst/>
              </a:prstGeom>
              <a:blipFill>
                <a:blip r:embed="rId9"/>
                <a:stretch>
                  <a:fillRect l="-549" t="-2273" b="-193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473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A920B0C0-5BC3-D552-27EA-4624C5612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>
            <a:extLst>
              <a:ext uri="{FF2B5EF4-FFF2-40B4-BE49-F238E27FC236}">
                <a16:creationId xmlns:a16="http://schemas.microsoft.com/office/drawing/2014/main" id="{A1791E73-D9D6-455B-3882-E6FCBFFC2C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9" y="492755"/>
            <a:ext cx="8550353" cy="73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/>
              <a:t>Inverse Z-transform via partial fractions</a:t>
            </a:r>
          </a:p>
        </p:txBody>
      </p:sp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E3D042C2-DABF-86C9-1F93-81948097AB51}"/>
              </a:ext>
            </a:extLst>
          </p:cNvPr>
          <p:cNvSpPr txBox="1"/>
          <p:nvPr/>
        </p:nvSpPr>
        <p:spPr bwMode="auto">
          <a:xfrm>
            <a:off x="0" y="0"/>
            <a:ext cx="12192000" cy="486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700" b="1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Laplace and Z Transforms</a:t>
            </a:r>
            <a:endParaRPr lang="en-US" b="1" noProof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CF7DA1FC-5ECB-0193-CD38-2781EE7012D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10</a:t>
            </a:fld>
            <a:endParaRPr lang="en-US" noProof="0">
              <a:solidFill>
                <a:schemeClr val="l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tângulo: Cantos Arredondados 1">
                <a:extLst>
                  <a:ext uri="{FF2B5EF4-FFF2-40B4-BE49-F238E27FC236}">
                    <a16:creationId xmlns:a16="http://schemas.microsoft.com/office/drawing/2014/main" id="{6C378783-B700-EC02-6719-BE67E60C825F}"/>
                  </a:ext>
                </a:extLst>
              </p:cNvPr>
              <p:cNvSpPr/>
              <p:nvPr/>
            </p:nvSpPr>
            <p:spPr>
              <a:xfrm>
                <a:off x="468519" y="1231761"/>
                <a:ext cx="5227431" cy="1562100"/>
              </a:xfrm>
              <a:prstGeom prst="roundRect">
                <a:avLst/>
              </a:prstGeom>
              <a:solidFill>
                <a:schemeClr val="accent2"/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0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𝑿</m:t>
                      </m:r>
                      <m:d>
                        <m:dPr>
                          <m:ctrlPr>
                            <a:rPr lang="pt-BR" sz="30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r>
                            <a:rPr lang="pt-BR" sz="30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𝒛</m:t>
                          </m:r>
                        </m:e>
                      </m:d>
                      <m:r>
                        <a:rPr lang="pt-BR" sz="30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f>
                        <m:fPr>
                          <m:ctrlPr>
                            <a:rPr lang="pt-BR" sz="30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fPr>
                        <m:num>
                          <m:r>
                            <a:rPr lang="pt-BR" sz="30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𝟖</m:t>
                          </m:r>
                          <m:r>
                            <a:rPr lang="pt-BR" sz="30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𝒛</m:t>
                          </m:r>
                          <m:r>
                            <a:rPr lang="pt-BR" sz="30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−</m:t>
                          </m:r>
                          <m:r>
                            <a:rPr lang="pt-BR" sz="30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𝟏𝟗</m:t>
                          </m:r>
                        </m:num>
                        <m:den>
                          <m:d>
                            <m:dPr>
                              <m:ctrlPr>
                                <a:rPr lang="pt-BR" sz="3000" b="1" i="1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dPr>
                            <m:e>
                              <m:r>
                                <a:rPr lang="pt-BR" sz="3000" b="1" i="1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𝒛</m:t>
                              </m:r>
                              <m:r>
                                <a:rPr lang="pt-BR" sz="3000" b="1" i="1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−</m:t>
                              </m:r>
                              <m:r>
                                <a:rPr lang="pt-BR" sz="3000" b="1" i="1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𝟐</m:t>
                              </m:r>
                            </m:e>
                          </m:d>
                          <m:d>
                            <m:dPr>
                              <m:ctrlPr>
                                <a:rPr lang="pt-BR" sz="3000" b="1" i="1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dPr>
                            <m:e>
                              <m:r>
                                <a:rPr lang="pt-BR" sz="3000" b="1" i="1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𝒛</m:t>
                              </m:r>
                              <m:r>
                                <a:rPr lang="pt-BR" sz="3000" b="1" i="1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−</m:t>
                              </m:r>
                              <m:r>
                                <a:rPr lang="pt-BR" sz="3000" b="1" i="1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𝟑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pt-BR" sz="3000" b="1" noProof="0">
                  <a:solidFill>
                    <a:schemeClr val="bg1"/>
                  </a:solidFill>
                  <a:cs typeface="Arial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pt-BR" sz="3000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𝒙</m:t>
                    </m:r>
                    <m:d>
                      <m:dPr>
                        <m:begChr m:val="["/>
                        <m:endChr m:val="]"/>
                        <m:ctrlPr>
                          <a:rPr lang="pt-BR" sz="3000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dPr>
                      <m:e>
                        <m:r>
                          <a:rPr lang="pt-BR" sz="3000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𝒏</m:t>
                        </m:r>
                      </m:e>
                    </m:d>
                  </m:oMath>
                </a14:m>
                <a:r>
                  <a:rPr lang="pt-BR" sz="3000" b="1">
                    <a:solidFill>
                      <a:schemeClr val="bg1"/>
                    </a:solidFill>
                    <a:cs typeface="Arial"/>
                  </a:rPr>
                  <a:t> </a:t>
                </a:r>
                <a:r>
                  <a:rPr lang="pt-BR" sz="3000" b="1" err="1">
                    <a:solidFill>
                      <a:schemeClr val="bg1"/>
                    </a:solidFill>
                    <a:cs typeface="Arial"/>
                  </a:rPr>
                  <a:t>is</a:t>
                </a:r>
                <a:r>
                  <a:rPr lang="pt-BR" sz="3000" b="1">
                    <a:solidFill>
                      <a:schemeClr val="bg1"/>
                    </a:solidFill>
                    <a:cs typeface="Arial"/>
                  </a:rPr>
                  <a:t> </a:t>
                </a:r>
                <a:r>
                  <a:rPr lang="pt-BR" sz="3000" b="1" err="1">
                    <a:solidFill>
                      <a:schemeClr val="bg1"/>
                    </a:solidFill>
                    <a:cs typeface="Arial"/>
                  </a:rPr>
                  <a:t>right-sided</a:t>
                </a:r>
                <a:endParaRPr lang="pt-BR" sz="3000" b="1">
                  <a:solidFill>
                    <a:schemeClr val="bg1"/>
                  </a:solidFill>
                  <a:cs typeface="Arial"/>
                </a:endParaRPr>
              </a:p>
            </p:txBody>
          </p:sp>
        </mc:Choice>
        <mc:Fallback xmlns="">
          <p:sp>
            <p:nvSpPr>
              <p:cNvPr id="2" name="Retângulo: Cantos Arredondados 1">
                <a:extLst>
                  <a:ext uri="{FF2B5EF4-FFF2-40B4-BE49-F238E27FC236}">
                    <a16:creationId xmlns:a16="http://schemas.microsoft.com/office/drawing/2014/main" id="{6C378783-B700-EC02-6719-BE67E60C82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519" y="1231761"/>
                <a:ext cx="5227431" cy="1562100"/>
              </a:xfrm>
              <a:prstGeom prst="roundRect">
                <a:avLst/>
              </a:prstGeom>
              <a:blipFill>
                <a:blip r:embed="rId3"/>
                <a:stretch>
                  <a:fillRect b="-8984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tângulo: Cantos Arredondados 7">
                <a:extLst>
                  <a:ext uri="{FF2B5EF4-FFF2-40B4-BE49-F238E27FC236}">
                    <a16:creationId xmlns:a16="http://schemas.microsoft.com/office/drawing/2014/main" id="{C200EA13-C0E6-303A-1995-7156EB2A5915}"/>
                  </a:ext>
                </a:extLst>
              </p:cNvPr>
              <p:cNvSpPr/>
              <p:nvPr/>
            </p:nvSpPr>
            <p:spPr>
              <a:xfrm>
                <a:off x="468519" y="2872902"/>
                <a:ext cx="5227431" cy="1042067"/>
              </a:xfrm>
              <a:prstGeom prst="roundRect">
                <a:avLst/>
              </a:prstGeom>
              <a:solidFill>
                <a:schemeClr val="accent2"/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0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𝑿</m:t>
                      </m:r>
                      <m:d>
                        <m:dPr>
                          <m:ctrlPr>
                            <a:rPr lang="pt-BR" sz="30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r>
                            <a:rPr lang="pt-BR" sz="30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𝒛</m:t>
                          </m:r>
                        </m:e>
                      </m:d>
                      <m:r>
                        <a:rPr lang="pt-BR" sz="30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f>
                        <m:fPr>
                          <m:ctrlPr>
                            <a:rPr lang="pt-BR" sz="30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fPr>
                        <m:num>
                          <m:r>
                            <a:rPr lang="pt-BR" sz="3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𝑨</m:t>
                          </m:r>
                        </m:num>
                        <m:den>
                          <m:d>
                            <m:dPr>
                              <m:ctrlPr>
                                <a:rPr lang="pt-BR" sz="30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dPr>
                            <m:e>
                              <m:r>
                                <a:rPr lang="pt-BR" sz="30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𝒛</m:t>
                              </m:r>
                              <m:r>
                                <a:rPr lang="pt-BR" sz="30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−</m:t>
                              </m:r>
                              <m:r>
                                <a:rPr lang="pt-BR" sz="30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𝟐</m:t>
                              </m:r>
                            </m:e>
                          </m:d>
                        </m:den>
                      </m:f>
                      <m:r>
                        <a:rPr lang="pt-BR" sz="3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+</m:t>
                      </m:r>
                      <m:f>
                        <m:fPr>
                          <m:ctrlPr>
                            <a:rPr lang="pt-BR" sz="30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fPr>
                        <m:num>
                          <m:r>
                            <a:rPr lang="pt-BR" sz="3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𝑩</m:t>
                          </m:r>
                        </m:num>
                        <m:den>
                          <m:d>
                            <m:dPr>
                              <m:ctrlPr>
                                <a:rPr lang="pt-BR" sz="30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dPr>
                            <m:e>
                              <m:r>
                                <a:rPr lang="pt-BR" sz="30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𝒛</m:t>
                              </m:r>
                              <m:r>
                                <a:rPr lang="pt-BR" sz="30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−</m:t>
                              </m:r>
                              <m:r>
                                <a:rPr lang="pt-BR" sz="30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𝟑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3000" b="1" noProof="0">
                  <a:solidFill>
                    <a:schemeClr val="bg1"/>
                  </a:solidFill>
                  <a:cs typeface="Arial"/>
                </a:endParaRPr>
              </a:p>
            </p:txBody>
          </p:sp>
        </mc:Choice>
        <mc:Fallback xmlns="">
          <p:sp>
            <p:nvSpPr>
              <p:cNvPr id="8" name="Retângulo: Cantos Arredondados 7">
                <a:extLst>
                  <a:ext uri="{FF2B5EF4-FFF2-40B4-BE49-F238E27FC236}">
                    <a16:creationId xmlns:a16="http://schemas.microsoft.com/office/drawing/2014/main" id="{C200EA13-C0E6-303A-1995-7156EB2A59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519" y="2872902"/>
                <a:ext cx="5227431" cy="104206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tângulo: Cantos Arredondados 9">
                <a:extLst>
                  <a:ext uri="{FF2B5EF4-FFF2-40B4-BE49-F238E27FC236}">
                    <a16:creationId xmlns:a16="http://schemas.microsoft.com/office/drawing/2014/main" id="{39ECF6C0-3785-824B-F740-F65D1C561729}"/>
                  </a:ext>
                </a:extLst>
              </p:cNvPr>
              <p:cNvSpPr/>
              <p:nvPr/>
            </p:nvSpPr>
            <p:spPr>
              <a:xfrm>
                <a:off x="468519" y="3994010"/>
                <a:ext cx="5227431" cy="1042067"/>
              </a:xfrm>
              <a:prstGeom prst="roundRect">
                <a:avLst/>
              </a:prstGeom>
              <a:solidFill>
                <a:schemeClr val="accent3"/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0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𝑨𝒛</m:t>
                      </m:r>
                      <m:r>
                        <a:rPr lang="pt-BR" sz="30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+</m:t>
                      </m:r>
                      <m:r>
                        <a:rPr lang="pt-BR" sz="30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𝑩𝒛</m:t>
                      </m:r>
                      <m:r>
                        <a:rPr lang="pt-BR" sz="30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pt-BR" sz="30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𝟖</m:t>
                      </m:r>
                      <m:r>
                        <a:rPr lang="pt-BR" sz="30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𝒛</m:t>
                      </m:r>
                    </m:oMath>
                  </m:oMathPara>
                </a14:m>
                <a:endParaRPr lang="en-US" sz="3000" b="1" noProof="0">
                  <a:solidFill>
                    <a:schemeClr val="bg1"/>
                  </a:solidFill>
                  <a:cs typeface="Arial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0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−</m:t>
                      </m:r>
                      <m:r>
                        <a:rPr lang="pt-BR" sz="30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𝟑</m:t>
                      </m:r>
                      <m:r>
                        <a:rPr lang="pt-BR" sz="30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𝑨</m:t>
                      </m:r>
                      <m:r>
                        <a:rPr lang="pt-BR" sz="30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−</m:t>
                      </m:r>
                      <m:r>
                        <a:rPr lang="pt-BR" sz="30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𝟐</m:t>
                      </m:r>
                      <m:r>
                        <a:rPr lang="pt-BR" sz="30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𝑩</m:t>
                      </m:r>
                      <m:r>
                        <a:rPr lang="pt-BR" sz="30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=−</m:t>
                      </m:r>
                      <m:r>
                        <a:rPr lang="pt-BR" sz="30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𝟏𝟗</m:t>
                      </m:r>
                    </m:oMath>
                  </m:oMathPara>
                </a14:m>
                <a:endParaRPr lang="en-US" sz="3000" b="1" noProof="0">
                  <a:solidFill>
                    <a:schemeClr val="bg1"/>
                  </a:solidFill>
                  <a:cs typeface="Arial"/>
                </a:endParaRPr>
              </a:p>
            </p:txBody>
          </p:sp>
        </mc:Choice>
        <mc:Fallback xmlns="">
          <p:sp>
            <p:nvSpPr>
              <p:cNvPr id="10" name="Retângulo: Cantos Arredondados 9">
                <a:extLst>
                  <a:ext uri="{FF2B5EF4-FFF2-40B4-BE49-F238E27FC236}">
                    <a16:creationId xmlns:a16="http://schemas.microsoft.com/office/drawing/2014/main" id="{39ECF6C0-3785-824B-F740-F65D1C5617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519" y="3994010"/>
                <a:ext cx="5227431" cy="1042067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tângulo: Cantos Arredondados 10">
                <a:extLst>
                  <a:ext uri="{FF2B5EF4-FFF2-40B4-BE49-F238E27FC236}">
                    <a16:creationId xmlns:a16="http://schemas.microsoft.com/office/drawing/2014/main" id="{B44879F8-A804-8A66-9672-ADEA95A42FDA}"/>
                  </a:ext>
                </a:extLst>
              </p:cNvPr>
              <p:cNvSpPr/>
              <p:nvPr/>
            </p:nvSpPr>
            <p:spPr>
              <a:xfrm>
                <a:off x="468519" y="5115118"/>
                <a:ext cx="5227431" cy="461878"/>
              </a:xfrm>
              <a:prstGeom prst="roundRect">
                <a:avLst/>
              </a:prstGeom>
              <a:solidFill>
                <a:schemeClr val="accent3"/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1" i="1" noProof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𝑨</m:t>
                      </m:r>
                      <m:r>
                        <a:rPr lang="en-US" sz="3000" b="1" i="1" noProof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 = </m:t>
                      </m:r>
                      <m:r>
                        <a:rPr lang="en-US" sz="3000" b="1" i="1" noProof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𝟑</m:t>
                      </m:r>
                      <m:r>
                        <a:rPr lang="en-US" sz="3000" b="1" i="1" noProof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, </m:t>
                      </m:r>
                      <m:r>
                        <a:rPr lang="en-US" sz="3000" b="1" i="1" noProof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𝑩</m:t>
                      </m:r>
                      <m:r>
                        <a:rPr lang="en-US" sz="3000" b="1" i="1" noProof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en-US" sz="3000" b="1" i="1" noProof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𝟓</m:t>
                      </m:r>
                    </m:oMath>
                  </m:oMathPara>
                </a14:m>
                <a:endParaRPr lang="en-US" sz="3000" b="1" noProof="0">
                  <a:solidFill>
                    <a:schemeClr val="bg1"/>
                  </a:solidFill>
                  <a:cs typeface="Arial"/>
                </a:endParaRPr>
              </a:p>
            </p:txBody>
          </p:sp>
        </mc:Choice>
        <mc:Fallback xmlns="">
          <p:sp>
            <p:nvSpPr>
              <p:cNvPr id="11" name="Retângulo: Cantos Arredondados 10">
                <a:extLst>
                  <a:ext uri="{FF2B5EF4-FFF2-40B4-BE49-F238E27FC236}">
                    <a16:creationId xmlns:a16="http://schemas.microsoft.com/office/drawing/2014/main" id="{B44879F8-A804-8A66-9672-ADEA95A42F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519" y="5115118"/>
                <a:ext cx="5227431" cy="461878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tângulo: Cantos Arredondados 11">
                <a:extLst>
                  <a:ext uri="{FF2B5EF4-FFF2-40B4-BE49-F238E27FC236}">
                    <a16:creationId xmlns:a16="http://schemas.microsoft.com/office/drawing/2014/main" id="{B95CFE10-4BD4-A500-C296-BCB0AA607EE9}"/>
                  </a:ext>
                </a:extLst>
              </p:cNvPr>
              <p:cNvSpPr/>
              <p:nvPr/>
            </p:nvSpPr>
            <p:spPr>
              <a:xfrm>
                <a:off x="468518" y="5656037"/>
                <a:ext cx="5227431" cy="1042067"/>
              </a:xfrm>
              <a:prstGeom prst="roundRect">
                <a:avLst/>
              </a:prstGeom>
              <a:solidFill>
                <a:schemeClr val="accent2"/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0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𝑿</m:t>
                      </m:r>
                      <m:d>
                        <m:dPr>
                          <m:ctrlPr>
                            <a:rPr lang="pt-BR" sz="30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r>
                            <a:rPr lang="pt-BR" sz="30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𝒛</m:t>
                          </m:r>
                        </m:e>
                      </m:d>
                      <m:r>
                        <a:rPr lang="pt-BR" sz="30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f>
                        <m:fPr>
                          <m:ctrlPr>
                            <a:rPr lang="pt-BR" sz="30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fPr>
                        <m:num>
                          <m:r>
                            <a:rPr lang="pt-BR" sz="3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𝟑</m:t>
                          </m:r>
                        </m:num>
                        <m:den>
                          <m:d>
                            <m:dPr>
                              <m:ctrlPr>
                                <a:rPr lang="pt-BR" sz="30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dPr>
                            <m:e>
                              <m:r>
                                <a:rPr lang="pt-BR" sz="30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𝒛</m:t>
                              </m:r>
                              <m:r>
                                <a:rPr lang="pt-BR" sz="30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−</m:t>
                              </m:r>
                              <m:r>
                                <a:rPr lang="pt-BR" sz="30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𝟐</m:t>
                              </m:r>
                            </m:e>
                          </m:d>
                        </m:den>
                      </m:f>
                      <m:r>
                        <a:rPr lang="pt-BR" sz="3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+</m:t>
                      </m:r>
                      <m:f>
                        <m:fPr>
                          <m:ctrlPr>
                            <a:rPr lang="pt-BR" sz="30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fPr>
                        <m:num>
                          <m:r>
                            <a:rPr lang="pt-BR" sz="3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𝟓</m:t>
                          </m:r>
                        </m:num>
                        <m:den>
                          <m:d>
                            <m:dPr>
                              <m:ctrlPr>
                                <a:rPr lang="pt-BR" sz="30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dPr>
                            <m:e>
                              <m:r>
                                <a:rPr lang="pt-BR" sz="30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𝒛</m:t>
                              </m:r>
                              <m:r>
                                <a:rPr lang="pt-BR" sz="30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−</m:t>
                              </m:r>
                              <m:r>
                                <a:rPr lang="pt-BR" sz="30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𝟑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3000" b="1" noProof="0">
                  <a:solidFill>
                    <a:schemeClr val="bg1"/>
                  </a:solidFill>
                  <a:cs typeface="Arial"/>
                </a:endParaRPr>
              </a:p>
            </p:txBody>
          </p:sp>
        </mc:Choice>
        <mc:Fallback xmlns="">
          <p:sp>
            <p:nvSpPr>
              <p:cNvPr id="12" name="Retângulo: Cantos Arredondados 11">
                <a:extLst>
                  <a:ext uri="{FF2B5EF4-FFF2-40B4-BE49-F238E27FC236}">
                    <a16:creationId xmlns:a16="http://schemas.microsoft.com/office/drawing/2014/main" id="{B95CFE10-4BD4-A500-C296-BCB0AA607E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518" y="5656037"/>
                <a:ext cx="5227431" cy="1042067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tângulo: Cantos Arredondados 12">
                <a:extLst>
                  <a:ext uri="{FF2B5EF4-FFF2-40B4-BE49-F238E27FC236}">
                    <a16:creationId xmlns:a16="http://schemas.microsoft.com/office/drawing/2014/main" id="{0C63D876-7BCF-CD2A-5F45-829D929D3872}"/>
                  </a:ext>
                </a:extLst>
              </p:cNvPr>
              <p:cNvSpPr/>
              <p:nvPr/>
            </p:nvSpPr>
            <p:spPr>
              <a:xfrm>
                <a:off x="6330257" y="3916292"/>
                <a:ext cx="5227432" cy="1042067"/>
              </a:xfrm>
              <a:prstGeom prst="roundRect">
                <a:avLst/>
              </a:prstGeom>
              <a:solidFill>
                <a:schemeClr val="accent2"/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0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𝒀</m:t>
                      </m:r>
                      <m:d>
                        <m:dPr>
                          <m:ctrlPr>
                            <a:rPr lang="pt-BR" sz="30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r>
                            <a:rPr lang="pt-BR" sz="30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𝒛</m:t>
                          </m:r>
                        </m:e>
                      </m:d>
                      <m:r>
                        <a:rPr lang="pt-BR" sz="30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f>
                        <m:fPr>
                          <m:ctrlPr>
                            <a:rPr lang="pt-BR" sz="30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fPr>
                        <m:num>
                          <m:r>
                            <a:rPr lang="pt-BR" sz="3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𝟑</m:t>
                          </m:r>
                          <m:r>
                            <a:rPr lang="pt-BR" sz="3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𝒛</m:t>
                          </m:r>
                        </m:num>
                        <m:den>
                          <m:d>
                            <m:dPr>
                              <m:ctrlPr>
                                <a:rPr lang="pt-BR" sz="30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dPr>
                            <m:e>
                              <m:r>
                                <a:rPr lang="pt-BR" sz="30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𝒛</m:t>
                              </m:r>
                              <m:r>
                                <a:rPr lang="pt-BR" sz="30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−</m:t>
                              </m:r>
                              <m:r>
                                <a:rPr lang="pt-BR" sz="30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𝟐</m:t>
                              </m:r>
                            </m:e>
                          </m:d>
                        </m:den>
                      </m:f>
                      <m:r>
                        <a:rPr lang="pt-BR" sz="3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+</m:t>
                      </m:r>
                      <m:f>
                        <m:fPr>
                          <m:ctrlPr>
                            <a:rPr lang="pt-BR" sz="30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fPr>
                        <m:num>
                          <m:r>
                            <a:rPr lang="pt-BR" sz="3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𝟓</m:t>
                          </m:r>
                          <m:r>
                            <a:rPr lang="pt-BR" sz="3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𝒛</m:t>
                          </m:r>
                        </m:num>
                        <m:den>
                          <m:d>
                            <m:dPr>
                              <m:ctrlPr>
                                <a:rPr lang="pt-BR" sz="30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dPr>
                            <m:e>
                              <m:r>
                                <a:rPr lang="pt-BR" sz="30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𝒛</m:t>
                              </m:r>
                              <m:r>
                                <a:rPr lang="pt-BR" sz="30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−</m:t>
                              </m:r>
                              <m:r>
                                <a:rPr lang="pt-BR" sz="30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𝟑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3000" b="1" noProof="0">
                  <a:solidFill>
                    <a:schemeClr val="bg1"/>
                  </a:solidFill>
                  <a:cs typeface="Arial"/>
                </a:endParaRPr>
              </a:p>
            </p:txBody>
          </p:sp>
        </mc:Choice>
        <mc:Fallback xmlns="">
          <p:sp>
            <p:nvSpPr>
              <p:cNvPr id="13" name="Retângulo: Cantos Arredondados 12">
                <a:extLst>
                  <a:ext uri="{FF2B5EF4-FFF2-40B4-BE49-F238E27FC236}">
                    <a16:creationId xmlns:a16="http://schemas.microsoft.com/office/drawing/2014/main" id="{0C63D876-7BCF-CD2A-5F45-829D929D38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0257" y="3916292"/>
                <a:ext cx="5227432" cy="1042067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tângulo: Cantos Arredondados 13">
                <a:extLst>
                  <a:ext uri="{FF2B5EF4-FFF2-40B4-BE49-F238E27FC236}">
                    <a16:creationId xmlns:a16="http://schemas.microsoft.com/office/drawing/2014/main" id="{313922B5-7002-9262-6B07-1F02446929B7}"/>
                  </a:ext>
                </a:extLst>
              </p:cNvPr>
              <p:cNvSpPr/>
              <p:nvPr/>
            </p:nvSpPr>
            <p:spPr>
              <a:xfrm>
                <a:off x="6330255" y="3149769"/>
                <a:ext cx="2579480" cy="681362"/>
              </a:xfrm>
              <a:prstGeom prst="roundRect">
                <a:avLst/>
              </a:prstGeom>
              <a:solidFill>
                <a:schemeClr val="accent3"/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𝒀</m:t>
                      </m:r>
                      <m:d>
                        <m:dPr>
                          <m:ctrlPr>
                            <a:rPr lang="pt-BR" sz="24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r>
                            <a:rPr lang="pt-BR" sz="24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𝒛</m:t>
                          </m:r>
                        </m:e>
                      </m:d>
                      <m:r>
                        <a:rPr lang="pt-BR" sz="24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pt-BR" sz="24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𝒛𝑿</m:t>
                      </m:r>
                      <m:r>
                        <a:rPr lang="pt-BR" sz="24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(</m:t>
                      </m:r>
                      <m:r>
                        <a:rPr lang="pt-BR" sz="24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𝒛</m:t>
                      </m:r>
                      <m:r>
                        <a:rPr lang="pt-BR" sz="24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)</m:t>
                      </m:r>
                    </m:oMath>
                  </m:oMathPara>
                </a14:m>
                <a:endParaRPr lang="en-US" sz="3000" b="1" noProof="0">
                  <a:solidFill>
                    <a:schemeClr val="bg1"/>
                  </a:solidFill>
                  <a:cs typeface="Arial"/>
                </a:endParaRPr>
              </a:p>
            </p:txBody>
          </p:sp>
        </mc:Choice>
        <mc:Fallback xmlns="">
          <p:sp>
            <p:nvSpPr>
              <p:cNvPr id="14" name="Retângulo: Cantos Arredondados 13">
                <a:extLst>
                  <a:ext uri="{FF2B5EF4-FFF2-40B4-BE49-F238E27FC236}">
                    <a16:creationId xmlns:a16="http://schemas.microsoft.com/office/drawing/2014/main" id="{313922B5-7002-9262-6B07-1F02446929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0255" y="3149769"/>
                <a:ext cx="2579480" cy="681362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tângulo: Cantos Arredondados 14">
                <a:extLst>
                  <a:ext uri="{FF2B5EF4-FFF2-40B4-BE49-F238E27FC236}">
                    <a16:creationId xmlns:a16="http://schemas.microsoft.com/office/drawing/2014/main" id="{6C35F993-6419-7519-4BAD-F3DFFCC3883E}"/>
                  </a:ext>
                </a:extLst>
              </p:cNvPr>
              <p:cNvSpPr/>
              <p:nvPr/>
            </p:nvSpPr>
            <p:spPr>
              <a:xfrm>
                <a:off x="8943971" y="3149769"/>
                <a:ext cx="2579480" cy="681362"/>
              </a:xfrm>
              <a:prstGeom prst="roundRect">
                <a:avLst/>
              </a:prstGeom>
              <a:solidFill>
                <a:schemeClr val="accent3"/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𝒚</m:t>
                      </m:r>
                      <m:r>
                        <a:rPr lang="pt-BR" sz="24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[</m:t>
                      </m:r>
                      <m:r>
                        <a:rPr lang="pt-BR" sz="24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𝒏</m:t>
                      </m:r>
                      <m:r>
                        <a:rPr lang="pt-BR" sz="24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−</m:t>
                      </m:r>
                      <m:r>
                        <a:rPr lang="pt-BR" sz="24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𝟏</m:t>
                      </m:r>
                      <m:r>
                        <a:rPr lang="pt-BR" sz="24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]=</m:t>
                      </m:r>
                      <m:r>
                        <a:rPr lang="pt-BR" sz="24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𝒙</m:t>
                      </m:r>
                      <m:r>
                        <a:rPr lang="pt-BR" sz="24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[</m:t>
                      </m:r>
                      <m:r>
                        <a:rPr lang="pt-BR" sz="24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𝒏</m:t>
                      </m:r>
                      <m:r>
                        <a:rPr lang="pt-BR" sz="24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]</m:t>
                      </m:r>
                    </m:oMath>
                  </m:oMathPara>
                </a14:m>
                <a:endParaRPr lang="en-US" sz="2400" b="1" noProof="0">
                  <a:solidFill>
                    <a:schemeClr val="bg1"/>
                  </a:solidFill>
                  <a:cs typeface="Arial"/>
                </a:endParaRPr>
              </a:p>
            </p:txBody>
          </p:sp>
        </mc:Choice>
        <mc:Fallback xmlns="">
          <p:sp>
            <p:nvSpPr>
              <p:cNvPr id="15" name="Retângulo: Cantos Arredondados 14">
                <a:extLst>
                  <a:ext uri="{FF2B5EF4-FFF2-40B4-BE49-F238E27FC236}">
                    <a16:creationId xmlns:a16="http://schemas.microsoft.com/office/drawing/2014/main" id="{6C35F993-6419-7519-4BAD-F3DFFCC388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3971" y="3149769"/>
                <a:ext cx="2579480" cy="681362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tângulo: Cantos Arredondados 15">
                <a:extLst>
                  <a:ext uri="{FF2B5EF4-FFF2-40B4-BE49-F238E27FC236}">
                    <a16:creationId xmlns:a16="http://schemas.microsoft.com/office/drawing/2014/main" id="{0D91E2F2-B492-F5DC-729D-F40E8D3FD6B3}"/>
                  </a:ext>
                </a:extLst>
              </p:cNvPr>
              <p:cNvSpPr/>
              <p:nvPr/>
            </p:nvSpPr>
            <p:spPr>
              <a:xfrm>
                <a:off x="6330257" y="5043520"/>
                <a:ext cx="5227431" cy="785727"/>
              </a:xfrm>
              <a:prstGeom prst="roundRect">
                <a:avLst/>
              </a:prstGeom>
              <a:solidFill>
                <a:schemeClr val="accent2"/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0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𝒚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30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r>
                            <a:rPr lang="pt-BR" sz="30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𝒏</m:t>
                          </m:r>
                        </m:e>
                      </m:d>
                      <m:r>
                        <a:rPr lang="pt-BR" sz="30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30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r>
                            <a:rPr lang="pt-BR" sz="30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𝟑</m:t>
                          </m:r>
                          <m:d>
                            <m:dPr>
                              <m:ctrlPr>
                                <a:rPr lang="pt-BR" sz="3000" b="1" i="1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pt-BR" sz="3000" b="1" i="1" noProof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pPr>
                                <m:e>
                                  <m:r>
                                    <a:rPr lang="pt-BR" sz="3000" b="1" i="1" noProof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pt-BR" sz="3000" b="1" i="1" noProof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𝒏</m:t>
                                  </m:r>
                                </m:sup>
                              </m:sSup>
                            </m:e>
                          </m:d>
                          <m:r>
                            <a:rPr lang="pt-BR" sz="3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+</m:t>
                          </m:r>
                          <m:r>
                            <a:rPr lang="pt-BR" sz="3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𝟓</m:t>
                          </m:r>
                          <m:d>
                            <m:dPr>
                              <m:ctrlPr>
                                <a:rPr lang="pt-BR" sz="30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pt-BR" sz="30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pPr>
                                <m:e>
                                  <m:r>
                                    <a:rPr lang="pt-BR" sz="30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𝟑</m:t>
                                  </m:r>
                                </m:e>
                                <m:sup>
                                  <m:r>
                                    <a:rPr lang="pt-BR" sz="30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𝒏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pt-BR" sz="3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𝒖</m:t>
                      </m:r>
                      <m:r>
                        <a:rPr lang="pt-BR" sz="3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[</m:t>
                      </m:r>
                      <m:r>
                        <a:rPr lang="pt-BR" sz="3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𝒏</m:t>
                      </m:r>
                      <m:r>
                        <a:rPr lang="pt-BR" sz="3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]</m:t>
                      </m:r>
                    </m:oMath>
                  </m:oMathPara>
                </a14:m>
                <a:endParaRPr lang="en-US" sz="3000" b="1" noProof="0">
                  <a:solidFill>
                    <a:schemeClr val="bg1"/>
                  </a:solidFill>
                  <a:cs typeface="Arial"/>
                </a:endParaRPr>
              </a:p>
            </p:txBody>
          </p:sp>
        </mc:Choice>
        <mc:Fallback xmlns="">
          <p:sp>
            <p:nvSpPr>
              <p:cNvPr id="16" name="Retângulo: Cantos Arredondados 15">
                <a:extLst>
                  <a:ext uri="{FF2B5EF4-FFF2-40B4-BE49-F238E27FC236}">
                    <a16:creationId xmlns:a16="http://schemas.microsoft.com/office/drawing/2014/main" id="{0D91E2F2-B492-F5DC-729D-F40E8D3FD6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0257" y="5043520"/>
                <a:ext cx="5227431" cy="785727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tângulo: Cantos Arredondados 16">
                <a:extLst>
                  <a:ext uri="{FF2B5EF4-FFF2-40B4-BE49-F238E27FC236}">
                    <a16:creationId xmlns:a16="http://schemas.microsoft.com/office/drawing/2014/main" id="{4D33DFFC-C943-426A-F6F2-F594DD330429}"/>
                  </a:ext>
                </a:extLst>
              </p:cNvPr>
              <p:cNvSpPr/>
              <p:nvPr/>
            </p:nvSpPr>
            <p:spPr>
              <a:xfrm>
                <a:off x="6330257" y="5914406"/>
                <a:ext cx="5227431" cy="785727"/>
              </a:xfrm>
              <a:prstGeom prst="roundRect">
                <a:avLst/>
              </a:prstGeom>
              <a:solidFill>
                <a:schemeClr val="accent2"/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𝒙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r>
                            <a:rPr lang="pt-BR" sz="24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𝒏</m:t>
                          </m:r>
                        </m:e>
                      </m:d>
                      <m:r>
                        <a:rPr lang="pt-BR" sz="2400" b="1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r>
                            <a:rPr lang="pt-BR" sz="2400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𝟑</m:t>
                          </m:r>
                          <m:d>
                            <m:dPr>
                              <m:ctrlPr>
                                <a:rPr lang="pt-BR" sz="2400" b="1" i="1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pt-BR" sz="2400" b="1" i="1" noProof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pPr>
                                <m:e>
                                  <m:r>
                                    <a:rPr lang="pt-BR" sz="2400" b="1" i="1" noProof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pt-BR" sz="2400" b="1" i="1" noProof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𝒏</m:t>
                                  </m:r>
                                  <m:r>
                                    <a:rPr lang="pt-BR" sz="2400" b="1" i="1" noProof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−</m:t>
                                  </m:r>
                                  <m:r>
                                    <a:rPr lang="pt-BR" sz="2400" b="1" i="1" noProof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𝟏</m:t>
                                  </m:r>
                                </m:sup>
                              </m:sSup>
                            </m:e>
                          </m:d>
                          <m:r>
                            <a:rPr lang="pt-BR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+</m:t>
                          </m:r>
                          <m:r>
                            <a:rPr lang="pt-BR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𝟓</m:t>
                          </m:r>
                          <m:d>
                            <m:dPr>
                              <m:ctrlPr>
                                <a:rPr lang="pt-BR" sz="2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pt-BR" sz="24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pPr>
                                <m:e>
                                  <m:r>
                                    <a:rPr lang="pt-BR" sz="24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𝟑</m:t>
                                  </m:r>
                                </m:e>
                                <m:sup>
                                  <m:r>
                                    <a:rPr lang="pt-BR" sz="24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𝒏</m:t>
                                  </m:r>
                                  <m:r>
                                    <a:rPr lang="pt-BR" sz="24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−</m:t>
                                  </m:r>
                                  <m:r>
                                    <a:rPr lang="pt-BR" sz="24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𝟏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pt-BR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𝒖</m:t>
                      </m:r>
                      <m:r>
                        <a:rPr lang="pt-BR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[</m:t>
                      </m:r>
                      <m:r>
                        <a:rPr lang="pt-BR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𝒏</m:t>
                      </m:r>
                      <m:r>
                        <a:rPr lang="pt-BR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−</m:t>
                      </m:r>
                      <m:r>
                        <a:rPr lang="pt-BR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𝟏</m:t>
                      </m:r>
                      <m:r>
                        <a:rPr lang="pt-BR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]</m:t>
                      </m:r>
                    </m:oMath>
                  </m:oMathPara>
                </a14:m>
                <a:endParaRPr lang="en-US" sz="2400" b="1" noProof="0">
                  <a:solidFill>
                    <a:schemeClr val="bg1"/>
                  </a:solidFill>
                  <a:cs typeface="Arial"/>
                </a:endParaRPr>
              </a:p>
            </p:txBody>
          </p:sp>
        </mc:Choice>
        <mc:Fallback xmlns="">
          <p:sp>
            <p:nvSpPr>
              <p:cNvPr id="17" name="Retângulo: Cantos Arredondados 16">
                <a:extLst>
                  <a:ext uri="{FF2B5EF4-FFF2-40B4-BE49-F238E27FC236}">
                    <a16:creationId xmlns:a16="http://schemas.microsoft.com/office/drawing/2014/main" id="{4D33DFFC-C943-426A-F6F2-F594DD3304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0257" y="5914406"/>
                <a:ext cx="5227431" cy="785727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AF209EC9-C5EE-892C-C27F-ADDE5647AF89}"/>
              </a:ext>
            </a:extLst>
          </p:cNvPr>
          <p:cNvSpPr/>
          <p:nvPr/>
        </p:nvSpPr>
        <p:spPr>
          <a:xfrm>
            <a:off x="6330255" y="1225189"/>
            <a:ext cx="5193197" cy="877129"/>
          </a:xfrm>
          <a:prstGeom prst="roundRect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 noProof="0">
                <a:solidFill>
                  <a:schemeClr val="bg1"/>
                </a:solidFill>
                <a:cs typeface="Arial"/>
              </a:rPr>
              <a:t>We want to </a:t>
            </a:r>
            <a:r>
              <a:rPr lang="en-US" sz="2800" b="1" u="sng" noProof="0">
                <a:solidFill>
                  <a:schemeClr val="bg1"/>
                </a:solidFill>
                <a:cs typeface="Arial"/>
              </a:rPr>
              <a:t>force</a:t>
            </a:r>
            <a:r>
              <a:rPr lang="en-US" sz="2800" b="1" noProof="0">
                <a:solidFill>
                  <a:schemeClr val="bg1"/>
                </a:solidFill>
                <a:cs typeface="Arial"/>
              </a:rPr>
              <a:t> the </a:t>
            </a:r>
            <a:r>
              <a:rPr lang="en-US" sz="2800" b="1" noProof="0" err="1">
                <a:solidFill>
                  <a:schemeClr val="bg1"/>
                </a:solidFill>
                <a:cs typeface="Arial"/>
              </a:rPr>
              <a:t>the</a:t>
            </a:r>
            <a:r>
              <a:rPr lang="en-US" sz="2800" b="1" noProof="0">
                <a:solidFill>
                  <a:schemeClr val="bg1"/>
                </a:solidFill>
                <a:cs typeface="Arial"/>
              </a:rPr>
              <a:t> appearance of terms like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tângulo: Cantos Arredondados 20">
                <a:extLst>
                  <a:ext uri="{FF2B5EF4-FFF2-40B4-BE49-F238E27FC236}">
                    <a16:creationId xmlns:a16="http://schemas.microsoft.com/office/drawing/2014/main" id="{C68C65FF-6EDD-D75A-F843-CC2709332895}"/>
                  </a:ext>
                </a:extLst>
              </p:cNvPr>
              <p:cNvSpPr/>
              <p:nvPr/>
            </p:nvSpPr>
            <p:spPr>
              <a:xfrm>
                <a:off x="6330255" y="2187479"/>
                <a:ext cx="5193196" cy="877129"/>
              </a:xfrm>
              <a:prstGeom prst="roundRect">
                <a:avLst/>
              </a:prstGeom>
              <a:solidFill>
                <a:schemeClr val="tx1"/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fPr>
                        <m:num>
                          <m:r>
                            <a:rPr lang="pt-B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𝒛</m:t>
                          </m:r>
                        </m:num>
                        <m:den>
                          <m:r>
                            <a:rPr lang="pt-B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𝒛</m:t>
                          </m:r>
                          <m:r>
                            <a:rPr lang="pt-B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−</m:t>
                          </m:r>
                          <m:r>
                            <a:rPr lang="pt-BR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pt-BR" sz="2800"/>
              </a:p>
            </p:txBody>
          </p:sp>
        </mc:Choice>
        <mc:Fallback xmlns="">
          <p:sp>
            <p:nvSpPr>
              <p:cNvPr id="21" name="Retângulo: Cantos Arredondados 20">
                <a:extLst>
                  <a:ext uri="{FF2B5EF4-FFF2-40B4-BE49-F238E27FC236}">
                    <a16:creationId xmlns:a16="http://schemas.microsoft.com/office/drawing/2014/main" id="{C68C65FF-6EDD-D75A-F843-CC27093328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0255" y="2187479"/>
                <a:ext cx="5193196" cy="877129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4110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>
          <a:extLst>
            <a:ext uri="{FF2B5EF4-FFF2-40B4-BE49-F238E27FC236}">
              <a16:creationId xmlns:a16="http://schemas.microsoft.com/office/drawing/2014/main" id="{A858D753-66B8-0C5D-FBF2-05FE8DB71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>
            <a:extLst>
              <a:ext uri="{FF2B5EF4-FFF2-40B4-BE49-F238E27FC236}">
                <a16:creationId xmlns:a16="http://schemas.microsoft.com/office/drawing/2014/main" id="{D75FE424-F512-75C2-3C9B-1E843B5BBCB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89581" y="1047648"/>
            <a:ext cx="10531200" cy="3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b" anchorCtr="0">
            <a:normAutofit/>
          </a:bodyPr>
          <a:lstStyle/>
          <a:p>
            <a:pPr>
              <a:buClr>
                <a:schemeClr val="accent6"/>
              </a:buClr>
              <a:buSzPct val="100000"/>
            </a:pPr>
            <a:br>
              <a:rPr lang="en-US" sz="4800" noProof="0">
                <a:solidFill>
                  <a:schemeClr val="accent6"/>
                </a:solidFill>
              </a:rPr>
            </a:br>
            <a:r>
              <a:rPr lang="en-US" sz="5867" noProof="0">
                <a:solidFill>
                  <a:schemeClr val="accent6"/>
                </a:solidFill>
              </a:rPr>
              <a:t>Thank you!</a:t>
            </a:r>
            <a:br>
              <a:rPr lang="en-US" sz="5867" noProof="0">
                <a:solidFill>
                  <a:schemeClr val="accent6"/>
                </a:solidFill>
              </a:rPr>
            </a:br>
            <a:endParaRPr lang="en-US" noProof="0">
              <a:solidFill>
                <a:schemeClr val="accent6"/>
              </a:solidFill>
            </a:endParaRPr>
          </a:p>
        </p:txBody>
      </p:sp>
      <p:sp>
        <p:nvSpPr>
          <p:cNvPr id="36" name="Google Shape;36;p6">
            <a:extLst>
              <a:ext uri="{FF2B5EF4-FFF2-40B4-BE49-F238E27FC236}">
                <a16:creationId xmlns:a16="http://schemas.microsoft.com/office/drawing/2014/main" id="{6376D4D1-6AA7-5EB6-8A1D-BB2F07FAEFC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419013" y="4842880"/>
            <a:ext cx="9472400" cy="12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rm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Clr>
                <a:srgbClr val="0C5ADB"/>
              </a:buClr>
              <a:buSzPts val="2100"/>
            </a:pPr>
            <a:r>
              <a:rPr lang="en-US" sz="2800" b="1" noProof="0">
                <a:solidFill>
                  <a:srgbClr val="0C5ADB"/>
                </a:solidFill>
              </a:rPr>
              <a:t>Prof. Aldebaro Klautau.</a:t>
            </a:r>
            <a:br>
              <a:rPr lang="en-US" sz="2800" b="1" noProof="0">
                <a:solidFill>
                  <a:srgbClr val="0C5ADB"/>
                </a:solidFill>
              </a:rPr>
            </a:br>
            <a:r>
              <a:rPr lang="en-US" sz="2800" b="1" noProof="0">
                <a:solidFill>
                  <a:srgbClr val="0C5ADB"/>
                </a:solidFill>
              </a:rPr>
              <a:t>Federal University of Pará (UFPA)</a:t>
            </a:r>
            <a:endParaRPr lang="en-US" noProof="0"/>
          </a:p>
        </p:txBody>
      </p:sp>
      <p:sp>
        <p:nvSpPr>
          <p:cNvPr id="37" name="Google Shape;37;p6">
            <a:extLst>
              <a:ext uri="{FF2B5EF4-FFF2-40B4-BE49-F238E27FC236}">
                <a16:creationId xmlns:a16="http://schemas.microsoft.com/office/drawing/2014/main" id="{BEA730A7-0F15-D559-1EA1-8E4389F4A206}"/>
              </a:ext>
            </a:extLst>
          </p:cNvPr>
          <p:cNvSpPr txBox="1"/>
          <p:nvPr/>
        </p:nvSpPr>
        <p:spPr>
          <a:xfrm>
            <a:off x="1315311" y="5882400"/>
            <a:ext cx="9680000" cy="9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rmAutofit/>
          </a:bodyPr>
          <a:lstStyle/>
          <a:p>
            <a:pPr algn="ctr">
              <a:lnSpc>
                <a:spcPct val="90000"/>
              </a:lnSpc>
              <a:buClr>
                <a:srgbClr val="0C5ADB"/>
              </a:buClr>
              <a:buSzPts val="2100"/>
            </a:pPr>
            <a:r>
              <a:rPr lang="en-US" sz="2800" noProof="0">
                <a:solidFill>
                  <a:srgbClr val="0C5ADB"/>
                </a:solidFill>
                <a:latin typeface="Calibri"/>
                <a:ea typeface="Calibri"/>
                <a:cs typeface="Calibri"/>
                <a:sym typeface="Calibri"/>
              </a:rPr>
              <a:t>www.lasse.ufpa.br   &amp;   www.ppgee.ufpa.br</a:t>
            </a:r>
            <a:endParaRPr lang="en-US" sz="2400" noProof="0"/>
          </a:p>
        </p:txBody>
      </p:sp>
    </p:spTree>
    <p:extLst>
      <p:ext uri="{BB962C8B-B14F-4D97-AF65-F5344CB8AC3E}">
        <p14:creationId xmlns:p14="http://schemas.microsoft.com/office/powerpoint/2010/main" val="3793562107"/>
      </p:ext>
    </p:extLst>
  </p:cSld>
  <p:clrMapOvr>
    <a:masterClrMapping/>
  </p:clrMapOvr>
</p:sld>
</file>

<file path=ppt/theme/theme1.xml><?xml version="1.0" encoding="utf-8"?>
<a:theme xmlns:a="http://schemas.openxmlformats.org/drawingml/2006/main" name="LASSE">
  <a:themeElements>
    <a:clrScheme name="Custom 4">
      <a:dk1>
        <a:srgbClr val="4285F4"/>
      </a:dk1>
      <a:lt1>
        <a:srgbClr val="FFFFFF"/>
      </a:lt1>
      <a:dk2>
        <a:srgbClr val="A0C3FF"/>
      </a:dk2>
      <a:lt2>
        <a:srgbClr val="F2F2F2"/>
      </a:lt2>
      <a:accent1>
        <a:srgbClr val="E59000"/>
      </a:accent1>
      <a:accent2>
        <a:srgbClr val="0F9D58"/>
      </a:accent2>
      <a:accent3>
        <a:srgbClr val="E59000"/>
      </a:accent3>
      <a:accent4>
        <a:srgbClr val="76A7FA"/>
      </a:accent4>
      <a:accent5>
        <a:srgbClr val="33B679"/>
      </a:accent5>
      <a:accent6>
        <a:srgbClr val="FF8E1C"/>
      </a:accent6>
      <a:hlink>
        <a:srgbClr val="0563C1"/>
      </a:hlink>
      <a:folHlink>
        <a:srgbClr val="E59000"/>
      </a:folHlink>
    </a:clrScheme>
    <a:fontScheme name="Escritório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ASSE" id="{BE30A4F1-1BF8-4DA4-B59B-AB54573862DA}" vid="{BE65E250-7B1D-4EF0-9425-07FF56316B88}"/>
    </a:ext>
  </a:extLst>
</a:theme>
</file>

<file path=ppt/theme/theme2.xml><?xml version="1.0" encoding="utf-8"?>
<a:theme xmlns:a="http://schemas.openxmlformats.org/drawingml/2006/main" name="2_LASSE">
  <a:themeElements>
    <a:clrScheme name="Custom 4">
      <a:dk1>
        <a:srgbClr val="4285F4"/>
      </a:dk1>
      <a:lt1>
        <a:srgbClr val="FFFFFF"/>
      </a:lt1>
      <a:dk2>
        <a:srgbClr val="A0C3FF"/>
      </a:dk2>
      <a:lt2>
        <a:srgbClr val="F2F2F2"/>
      </a:lt2>
      <a:accent1>
        <a:srgbClr val="E59000"/>
      </a:accent1>
      <a:accent2>
        <a:srgbClr val="0F9D58"/>
      </a:accent2>
      <a:accent3>
        <a:srgbClr val="E59000"/>
      </a:accent3>
      <a:accent4>
        <a:srgbClr val="76A7FA"/>
      </a:accent4>
      <a:accent5>
        <a:srgbClr val="33B679"/>
      </a:accent5>
      <a:accent6>
        <a:srgbClr val="FF8E1C"/>
      </a:accent6>
      <a:hlink>
        <a:srgbClr val="0563C1"/>
      </a:hlink>
      <a:folHlink>
        <a:srgbClr val="E59000"/>
      </a:folHlink>
    </a:clrScheme>
    <a:fontScheme name="Escritório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ASSE" id="{BE30A4F1-1BF8-4DA4-B59B-AB54573862DA}" vid="{BE65E250-7B1D-4EF0-9425-07FF56316B88}"/>
    </a:ext>
  </a:extLst>
</a:theme>
</file>

<file path=ppt/theme/theme3.xml><?xml version="1.0" encoding="utf-8"?>
<a:theme xmlns:a="http://schemas.openxmlformats.org/drawingml/2006/main" name="3_LASSE">
  <a:themeElements>
    <a:clrScheme name="Custom 4">
      <a:dk1>
        <a:srgbClr val="4285F4"/>
      </a:dk1>
      <a:lt1>
        <a:srgbClr val="FFFFFF"/>
      </a:lt1>
      <a:dk2>
        <a:srgbClr val="A0C3FF"/>
      </a:dk2>
      <a:lt2>
        <a:srgbClr val="F2F2F2"/>
      </a:lt2>
      <a:accent1>
        <a:srgbClr val="E59000"/>
      </a:accent1>
      <a:accent2>
        <a:srgbClr val="0F9D58"/>
      </a:accent2>
      <a:accent3>
        <a:srgbClr val="E59000"/>
      </a:accent3>
      <a:accent4>
        <a:srgbClr val="76A7FA"/>
      </a:accent4>
      <a:accent5>
        <a:srgbClr val="33B679"/>
      </a:accent5>
      <a:accent6>
        <a:srgbClr val="FF8E1C"/>
      </a:accent6>
      <a:hlink>
        <a:srgbClr val="0563C1"/>
      </a:hlink>
      <a:folHlink>
        <a:srgbClr val="E59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ntn-ai-3gpp-2</Template>
  <TotalTime>0</TotalTime>
  <Words>623</Words>
  <Application>Microsoft Office PowerPoint</Application>
  <PresentationFormat>Widescreen</PresentationFormat>
  <Paragraphs>88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11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Cambria Math</vt:lpstr>
      <vt:lpstr>Times New Roman</vt:lpstr>
      <vt:lpstr>LASSE</vt:lpstr>
      <vt:lpstr>2_LASSE</vt:lpstr>
      <vt:lpstr>3_LASSE</vt:lpstr>
      <vt:lpstr> Digital Signal Processing  Laplace and Z Transforms </vt:lpstr>
      <vt:lpstr>Motivation to Laplace transform</vt:lpstr>
      <vt:lpstr>The Laplace transform equations</vt:lpstr>
      <vt:lpstr>Apresentação do PowerPoint</vt:lpstr>
      <vt:lpstr>Region of Convergence (ROC)</vt:lpstr>
      <vt:lpstr>Z transform</vt:lpstr>
      <vt:lpstr>ROC</vt:lpstr>
      <vt:lpstr>Some Z transform Properties</vt:lpstr>
      <vt:lpstr>Z transform of an exponential</vt:lpstr>
      <vt:lpstr>Inverse Z-transform via partial fractions</vt:lpstr>
      <vt:lpstr> Thank you!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Breno Silva</dc:creator>
  <cp:lastModifiedBy>Breno Silva</cp:lastModifiedBy>
  <cp:revision>1</cp:revision>
  <dcterms:created xsi:type="dcterms:W3CDTF">2026-04-21T03:03:39Z</dcterms:created>
  <dcterms:modified xsi:type="dcterms:W3CDTF">2026-05-13T15:58:26Z</dcterms:modified>
</cp:coreProperties>
</file>